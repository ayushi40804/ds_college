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3"/>
  </p:handoutMasterIdLst>
  <p:sldIdLst>
    <p:sldId id="370" r:id="rId3"/>
    <p:sldId id="471" r:id="rId5"/>
    <p:sldId id="472" r:id="rId6"/>
    <p:sldId id="473" r:id="rId7"/>
    <p:sldId id="474" r:id="rId8"/>
    <p:sldId id="475" r:id="rId9"/>
    <p:sldId id="476" r:id="rId10"/>
    <p:sldId id="477" r:id="rId11"/>
    <p:sldId id="356" r:id="rId1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6565" algn="l" rtl="0" fontAlgn="base">
      <a:spcBef>
        <a:spcPct val="0"/>
      </a:spcBef>
      <a:spcAft>
        <a:spcPct val="0"/>
      </a:spcAft>
      <a:defRPr kern="1200">
        <a:solidFill>
          <a:schemeClr val="tx1"/>
        </a:solidFill>
        <a:latin typeface="Arial" panose="020B0604020202020204" pitchFamily="34" charset="0"/>
        <a:ea typeface="+mn-ea"/>
        <a:cs typeface="+mn-cs"/>
      </a:defRPr>
    </a:lvl2pPr>
    <a:lvl3pPr marL="912495" algn="l" rtl="0" fontAlgn="base">
      <a:spcBef>
        <a:spcPct val="0"/>
      </a:spcBef>
      <a:spcAft>
        <a:spcPct val="0"/>
      </a:spcAft>
      <a:defRPr kern="1200">
        <a:solidFill>
          <a:schemeClr val="tx1"/>
        </a:solidFill>
        <a:latin typeface="Arial" panose="020B0604020202020204" pitchFamily="34" charset="0"/>
        <a:ea typeface="+mn-ea"/>
        <a:cs typeface="+mn-cs"/>
      </a:defRPr>
    </a:lvl3pPr>
    <a:lvl4pPr marL="1369060" algn="l" rtl="0" fontAlgn="base">
      <a:spcBef>
        <a:spcPct val="0"/>
      </a:spcBef>
      <a:spcAft>
        <a:spcPct val="0"/>
      </a:spcAft>
      <a:defRPr kern="1200">
        <a:solidFill>
          <a:schemeClr val="tx1"/>
        </a:solidFill>
        <a:latin typeface="Arial" panose="020B0604020202020204" pitchFamily="34" charset="0"/>
        <a:ea typeface="+mn-ea"/>
        <a:cs typeface="+mn-cs"/>
      </a:defRPr>
    </a:lvl4pPr>
    <a:lvl5pPr marL="1825625" algn="l" rtl="0" fontAlgn="base">
      <a:spcBef>
        <a:spcPct val="0"/>
      </a:spcBef>
      <a:spcAft>
        <a:spcPct val="0"/>
      </a:spcAft>
      <a:defRPr kern="1200">
        <a:solidFill>
          <a:schemeClr val="tx1"/>
        </a:solidFill>
        <a:latin typeface="Arial" panose="020B0604020202020204" pitchFamily="34" charset="0"/>
        <a:ea typeface="+mn-ea"/>
        <a:cs typeface="+mn-cs"/>
      </a:defRPr>
    </a:lvl5pPr>
    <a:lvl6pPr marL="2281555" algn="l" defTabSz="912495" rtl="0" eaLnBrk="1" latinLnBrk="0" hangingPunct="1">
      <a:defRPr kern="1200">
        <a:solidFill>
          <a:schemeClr val="tx1"/>
        </a:solidFill>
        <a:latin typeface="Arial" panose="020B0604020202020204" pitchFamily="34" charset="0"/>
        <a:ea typeface="+mn-ea"/>
        <a:cs typeface="+mn-cs"/>
      </a:defRPr>
    </a:lvl6pPr>
    <a:lvl7pPr marL="2738120" algn="l" defTabSz="912495" rtl="0" eaLnBrk="1" latinLnBrk="0" hangingPunct="1">
      <a:defRPr kern="1200">
        <a:solidFill>
          <a:schemeClr val="tx1"/>
        </a:solidFill>
        <a:latin typeface="Arial" panose="020B0604020202020204" pitchFamily="34" charset="0"/>
        <a:ea typeface="+mn-ea"/>
        <a:cs typeface="+mn-cs"/>
      </a:defRPr>
    </a:lvl7pPr>
    <a:lvl8pPr marL="3194685" algn="l" defTabSz="912495" rtl="0" eaLnBrk="1" latinLnBrk="0" hangingPunct="1">
      <a:defRPr kern="1200">
        <a:solidFill>
          <a:schemeClr val="tx1"/>
        </a:solidFill>
        <a:latin typeface="Arial" panose="020B0604020202020204" pitchFamily="34" charset="0"/>
        <a:ea typeface="+mn-ea"/>
        <a:cs typeface="+mn-cs"/>
      </a:defRPr>
    </a:lvl8pPr>
    <a:lvl9pPr marL="3650615" algn="l" defTabSz="912495"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9933"/>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1396" autoAdjust="0"/>
    <p:restoredTop sz="94737" autoAdjust="0"/>
  </p:normalViewPr>
  <p:slideViewPr>
    <p:cSldViewPr>
      <p:cViewPr>
        <p:scale>
          <a:sx n="60" d="100"/>
          <a:sy n="60" d="100"/>
        </p:scale>
        <p:origin x="-1544" y="-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handoutMaster" Target="handoutMasters/handoutMaster1.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2740DBB-50DA-4473-8951-FC0BEF22A68E}" type="datetimeFigureOut">
              <a:rPr lang="en-US" smtClean="0"/>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CD22537-213E-4A53-8258-B26F9F84C93D}"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defRPr>
            </a:lvl1pPr>
          </a:lstStyle>
          <a:p>
            <a:pPr>
              <a:defRPr/>
            </a:pPr>
            <a:fld id="{A4402E26-FAA5-45EC-88E4-50C6AE9CA26F}" type="datetimeFigureOut">
              <a:rPr lang="en-US"/>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defRPr>
            </a:lvl1pPr>
          </a:lstStyle>
          <a:p>
            <a:pPr>
              <a:defRPr/>
            </a:pPr>
            <a:fld id="{075F1B93-FA72-4BF5-9350-D61F2032E217}" type="slidenum">
              <a:rPr lang="en-US"/>
            </a:fld>
            <a:endParaRPr lang="en-US" dirty="0"/>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6565" algn="l" rtl="0" fontAlgn="base">
      <a:spcBef>
        <a:spcPct val="30000"/>
      </a:spcBef>
      <a:spcAft>
        <a:spcPct val="0"/>
      </a:spcAft>
      <a:defRPr sz="1200" kern="1200">
        <a:solidFill>
          <a:schemeClr val="tx1"/>
        </a:solidFill>
        <a:latin typeface="+mn-lt"/>
        <a:ea typeface="+mn-ea"/>
        <a:cs typeface="+mn-cs"/>
      </a:defRPr>
    </a:lvl2pPr>
    <a:lvl3pPr marL="912495" algn="l" rtl="0" fontAlgn="base">
      <a:spcBef>
        <a:spcPct val="30000"/>
      </a:spcBef>
      <a:spcAft>
        <a:spcPct val="0"/>
      </a:spcAft>
      <a:defRPr sz="1200" kern="1200">
        <a:solidFill>
          <a:schemeClr val="tx1"/>
        </a:solidFill>
        <a:latin typeface="+mn-lt"/>
        <a:ea typeface="+mn-ea"/>
        <a:cs typeface="+mn-cs"/>
      </a:defRPr>
    </a:lvl3pPr>
    <a:lvl4pPr marL="1369060" algn="l" rtl="0" fontAlgn="base">
      <a:spcBef>
        <a:spcPct val="30000"/>
      </a:spcBef>
      <a:spcAft>
        <a:spcPct val="0"/>
      </a:spcAft>
      <a:defRPr sz="1200" kern="1200">
        <a:solidFill>
          <a:schemeClr val="tx1"/>
        </a:solidFill>
        <a:latin typeface="+mn-lt"/>
        <a:ea typeface="+mn-ea"/>
        <a:cs typeface="+mn-cs"/>
      </a:defRPr>
    </a:lvl4pPr>
    <a:lvl5pPr marL="1825625" algn="l" rtl="0" fontAlgn="base">
      <a:spcBef>
        <a:spcPct val="30000"/>
      </a:spcBef>
      <a:spcAft>
        <a:spcPct val="0"/>
      </a:spcAft>
      <a:defRPr sz="1200" kern="1200">
        <a:solidFill>
          <a:schemeClr val="tx1"/>
        </a:solidFill>
        <a:latin typeface="+mn-lt"/>
        <a:ea typeface="+mn-ea"/>
        <a:cs typeface="+mn-cs"/>
      </a:defRPr>
    </a:lvl5pPr>
    <a:lvl6pPr marL="2281555" algn="l" defTabSz="912495" rtl="0" eaLnBrk="1" latinLnBrk="0" hangingPunct="1">
      <a:defRPr sz="1200" kern="1200">
        <a:solidFill>
          <a:schemeClr val="tx1"/>
        </a:solidFill>
        <a:latin typeface="+mn-lt"/>
        <a:ea typeface="+mn-ea"/>
        <a:cs typeface="+mn-cs"/>
      </a:defRPr>
    </a:lvl6pPr>
    <a:lvl7pPr marL="2738120" algn="l" defTabSz="912495" rtl="0" eaLnBrk="1" latinLnBrk="0" hangingPunct="1">
      <a:defRPr sz="1200" kern="1200">
        <a:solidFill>
          <a:schemeClr val="tx1"/>
        </a:solidFill>
        <a:latin typeface="+mn-lt"/>
        <a:ea typeface="+mn-ea"/>
        <a:cs typeface="+mn-cs"/>
      </a:defRPr>
    </a:lvl7pPr>
    <a:lvl8pPr marL="3194685" algn="l" defTabSz="912495" rtl="0" eaLnBrk="1" latinLnBrk="0" hangingPunct="1">
      <a:defRPr sz="1200" kern="1200">
        <a:solidFill>
          <a:schemeClr val="tx1"/>
        </a:solidFill>
        <a:latin typeface="+mn-lt"/>
        <a:ea typeface="+mn-ea"/>
        <a:cs typeface="+mn-cs"/>
      </a:defRPr>
    </a:lvl8pPr>
    <a:lvl9pPr marL="3650615" algn="l" defTabSz="91249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5A49A6F7-9E16-4674-9653-ECEDFFD6988E}" type="slidenum">
              <a:rPr lang="en-IN" smtClean="0"/>
            </a:fld>
            <a:endParaRPr lang="en-I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p:cNvSpPr>
          <p:nvPr>
            <p:ph type="sldImg"/>
          </p:nvPr>
        </p:nvSpPr>
        <p:spPr bwMode="auto">
          <a:xfrm>
            <a:off x="1143000" y="685800"/>
            <a:ext cx="4572000" cy="3429000"/>
          </a:xfrm>
          <a:noFill/>
          <a:ln>
            <a:solidFill>
              <a:srgbClr val="000000"/>
            </a:solidFill>
            <a:miter lim="800000"/>
          </a:ln>
        </p:spPr>
      </p:sp>
      <p:sp>
        <p:nvSpPr>
          <p:cNvPr id="20482" name="Notes Placeholder 2"/>
          <p:cNvSpPr>
            <a:spLocks noGrp="1"/>
          </p:cNvSpPr>
          <p:nvPr>
            <p:ph type="body" idx="1"/>
          </p:nvPr>
        </p:nvSpPr>
        <p:spPr bwMode="auto">
          <a:noFill/>
        </p:spPr>
        <p:txBody>
          <a:bodyPr wrap="square" numCol="1" anchor="t" anchorCtr="0" compatLnSpc="1"/>
          <a:lstStyle/>
          <a:p>
            <a:pPr>
              <a:spcBef>
                <a:spcPct val="0"/>
              </a:spcBef>
            </a:pPr>
            <a:endParaRPr lang="en-US" dirty="0" smtClean="0"/>
          </a:p>
        </p:txBody>
      </p:sp>
      <p:sp>
        <p:nvSpPr>
          <p:cNvPr id="20483"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14E59E0D-64FC-4115-B6CE-6BD55FEE5445}" type="slidenum">
              <a:rPr lang="en-US"/>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p:cNvSpPr>
          <p:nvPr>
            <p:ph type="sldImg"/>
          </p:nvPr>
        </p:nvSpPr>
        <p:spPr bwMode="auto">
          <a:xfrm>
            <a:off x="1143000" y="685800"/>
            <a:ext cx="4572000" cy="3429000"/>
          </a:xfrm>
          <a:noFill/>
          <a:ln>
            <a:solidFill>
              <a:srgbClr val="000000"/>
            </a:solidFill>
            <a:miter lim="800000"/>
          </a:ln>
        </p:spPr>
      </p:sp>
      <p:sp>
        <p:nvSpPr>
          <p:cNvPr id="20482" name="Notes Placeholder 2"/>
          <p:cNvSpPr>
            <a:spLocks noGrp="1"/>
          </p:cNvSpPr>
          <p:nvPr>
            <p:ph type="body" idx="1"/>
          </p:nvPr>
        </p:nvSpPr>
        <p:spPr bwMode="auto">
          <a:noFill/>
        </p:spPr>
        <p:txBody>
          <a:bodyPr wrap="square" numCol="1" anchor="t" anchorCtr="0" compatLnSpc="1"/>
          <a:lstStyle/>
          <a:p>
            <a:pPr>
              <a:spcBef>
                <a:spcPct val="0"/>
              </a:spcBef>
            </a:pPr>
            <a:endParaRPr lang="en-US" dirty="0" smtClean="0"/>
          </a:p>
        </p:txBody>
      </p:sp>
      <p:sp>
        <p:nvSpPr>
          <p:cNvPr id="20483"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14E59E0D-64FC-4115-B6CE-6BD55FEE5445}" type="slidenum">
              <a:rPr lang="en-US"/>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p:cNvSpPr>
          <p:nvPr>
            <p:ph type="sldImg"/>
          </p:nvPr>
        </p:nvSpPr>
        <p:spPr bwMode="auto">
          <a:xfrm>
            <a:off x="1143000" y="685800"/>
            <a:ext cx="4572000" cy="3429000"/>
          </a:xfrm>
          <a:noFill/>
          <a:ln>
            <a:solidFill>
              <a:srgbClr val="000000"/>
            </a:solidFill>
            <a:miter lim="800000"/>
          </a:ln>
        </p:spPr>
      </p:sp>
      <p:sp>
        <p:nvSpPr>
          <p:cNvPr id="20482" name="Notes Placeholder 2"/>
          <p:cNvSpPr>
            <a:spLocks noGrp="1"/>
          </p:cNvSpPr>
          <p:nvPr>
            <p:ph type="body" idx="1"/>
          </p:nvPr>
        </p:nvSpPr>
        <p:spPr bwMode="auto">
          <a:noFill/>
        </p:spPr>
        <p:txBody>
          <a:bodyPr wrap="square" numCol="1" anchor="t" anchorCtr="0" compatLnSpc="1"/>
          <a:lstStyle/>
          <a:p>
            <a:pPr>
              <a:spcBef>
                <a:spcPct val="0"/>
              </a:spcBef>
            </a:pPr>
            <a:endParaRPr lang="en-US" dirty="0" smtClean="0"/>
          </a:p>
        </p:txBody>
      </p:sp>
      <p:sp>
        <p:nvSpPr>
          <p:cNvPr id="20483"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14E59E0D-64FC-4115-B6CE-6BD55FEE5445}" type="slidenum">
              <a:rPr lang="en-US"/>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p:cNvSpPr>
          <p:nvPr>
            <p:ph type="sldImg"/>
          </p:nvPr>
        </p:nvSpPr>
        <p:spPr bwMode="auto">
          <a:xfrm>
            <a:off x="1143000" y="685800"/>
            <a:ext cx="4572000" cy="3429000"/>
          </a:xfrm>
          <a:noFill/>
          <a:ln>
            <a:solidFill>
              <a:srgbClr val="000000"/>
            </a:solidFill>
            <a:miter lim="800000"/>
          </a:ln>
        </p:spPr>
      </p:sp>
      <p:sp>
        <p:nvSpPr>
          <p:cNvPr id="20482" name="Notes Placeholder 2"/>
          <p:cNvSpPr>
            <a:spLocks noGrp="1"/>
          </p:cNvSpPr>
          <p:nvPr>
            <p:ph type="body" idx="1"/>
          </p:nvPr>
        </p:nvSpPr>
        <p:spPr bwMode="auto">
          <a:noFill/>
        </p:spPr>
        <p:txBody>
          <a:bodyPr wrap="square" numCol="1" anchor="t" anchorCtr="0" compatLnSpc="1"/>
          <a:lstStyle/>
          <a:p>
            <a:pPr>
              <a:spcBef>
                <a:spcPct val="0"/>
              </a:spcBef>
            </a:pPr>
            <a:endParaRPr lang="en-US" dirty="0" smtClean="0"/>
          </a:p>
        </p:txBody>
      </p:sp>
      <p:sp>
        <p:nvSpPr>
          <p:cNvPr id="20483"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14E59E0D-64FC-4115-B6CE-6BD55FEE5445}" type="slidenum">
              <a:rPr lang="en-US"/>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p:cNvSpPr>
          <p:nvPr>
            <p:ph type="sldImg"/>
          </p:nvPr>
        </p:nvSpPr>
        <p:spPr bwMode="auto">
          <a:xfrm>
            <a:off x="1143000" y="685800"/>
            <a:ext cx="4572000" cy="3429000"/>
          </a:xfrm>
          <a:noFill/>
          <a:ln>
            <a:solidFill>
              <a:srgbClr val="000000"/>
            </a:solidFill>
            <a:miter lim="800000"/>
          </a:ln>
        </p:spPr>
      </p:sp>
      <p:sp>
        <p:nvSpPr>
          <p:cNvPr id="20482" name="Notes Placeholder 2"/>
          <p:cNvSpPr>
            <a:spLocks noGrp="1"/>
          </p:cNvSpPr>
          <p:nvPr>
            <p:ph type="body" idx="1"/>
          </p:nvPr>
        </p:nvSpPr>
        <p:spPr bwMode="auto">
          <a:noFill/>
        </p:spPr>
        <p:txBody>
          <a:bodyPr wrap="square" numCol="1" anchor="t" anchorCtr="0" compatLnSpc="1"/>
          <a:lstStyle/>
          <a:p>
            <a:pPr>
              <a:spcBef>
                <a:spcPct val="0"/>
              </a:spcBef>
            </a:pPr>
            <a:endParaRPr lang="en-US" dirty="0" smtClean="0"/>
          </a:p>
        </p:txBody>
      </p:sp>
      <p:sp>
        <p:nvSpPr>
          <p:cNvPr id="20483"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14E59E0D-64FC-4115-B6CE-6BD55FEE5445}" type="slidenum">
              <a:rPr lang="en-US"/>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p:cNvSpPr>
          <p:nvPr>
            <p:ph type="sldImg"/>
          </p:nvPr>
        </p:nvSpPr>
        <p:spPr bwMode="auto">
          <a:xfrm>
            <a:off x="1143000" y="685800"/>
            <a:ext cx="4572000" cy="3429000"/>
          </a:xfrm>
          <a:noFill/>
          <a:ln>
            <a:solidFill>
              <a:srgbClr val="000000"/>
            </a:solidFill>
            <a:miter lim="800000"/>
          </a:ln>
        </p:spPr>
      </p:sp>
      <p:sp>
        <p:nvSpPr>
          <p:cNvPr id="20482" name="Notes Placeholder 2"/>
          <p:cNvSpPr>
            <a:spLocks noGrp="1"/>
          </p:cNvSpPr>
          <p:nvPr>
            <p:ph type="body" idx="1"/>
          </p:nvPr>
        </p:nvSpPr>
        <p:spPr bwMode="auto">
          <a:noFill/>
        </p:spPr>
        <p:txBody>
          <a:bodyPr wrap="square" numCol="1" anchor="t" anchorCtr="0" compatLnSpc="1"/>
          <a:lstStyle/>
          <a:p>
            <a:pPr>
              <a:spcBef>
                <a:spcPct val="0"/>
              </a:spcBef>
            </a:pPr>
            <a:endParaRPr lang="en-US" dirty="0" smtClean="0"/>
          </a:p>
        </p:txBody>
      </p:sp>
      <p:sp>
        <p:nvSpPr>
          <p:cNvPr id="20483"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14E59E0D-64FC-4115-B6CE-6BD55FEE5445}" type="slidenum">
              <a:rPr lang="en-US"/>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p:cNvSpPr>
          <p:nvPr>
            <p:ph type="sldImg"/>
          </p:nvPr>
        </p:nvSpPr>
        <p:spPr bwMode="auto">
          <a:xfrm>
            <a:off x="1143000" y="685800"/>
            <a:ext cx="4572000" cy="3429000"/>
          </a:xfrm>
          <a:noFill/>
          <a:ln>
            <a:solidFill>
              <a:srgbClr val="000000"/>
            </a:solidFill>
            <a:miter lim="800000"/>
          </a:ln>
        </p:spPr>
      </p:sp>
      <p:sp>
        <p:nvSpPr>
          <p:cNvPr id="20482" name="Notes Placeholder 2"/>
          <p:cNvSpPr>
            <a:spLocks noGrp="1"/>
          </p:cNvSpPr>
          <p:nvPr>
            <p:ph type="body" idx="1"/>
          </p:nvPr>
        </p:nvSpPr>
        <p:spPr bwMode="auto">
          <a:noFill/>
        </p:spPr>
        <p:txBody>
          <a:bodyPr wrap="square" numCol="1" anchor="t" anchorCtr="0" compatLnSpc="1"/>
          <a:lstStyle/>
          <a:p>
            <a:pPr>
              <a:spcBef>
                <a:spcPct val="0"/>
              </a:spcBef>
            </a:pPr>
            <a:endParaRPr lang="en-US" dirty="0" smtClean="0"/>
          </a:p>
        </p:txBody>
      </p:sp>
      <p:sp>
        <p:nvSpPr>
          <p:cNvPr id="20483"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14E59E0D-64FC-4115-B6CE-6BD55FEE5445}" type="slidenum">
              <a:rPr lang="en-US"/>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Slide Image Placeholder 1"/>
          <p:cNvSpPr>
            <a:spLocks noGrp="1" noRot="1" noChangeAspect="1"/>
          </p:cNvSpPr>
          <p:nvPr>
            <p:ph type="sldImg"/>
          </p:nvPr>
        </p:nvSpPr>
        <p:spPr bwMode="auto">
          <a:xfrm>
            <a:off x="1143000" y="685800"/>
            <a:ext cx="4572000" cy="3429000"/>
          </a:xfrm>
          <a:noFill/>
          <a:ln>
            <a:solidFill>
              <a:srgbClr val="000000"/>
            </a:solidFill>
            <a:miter lim="800000"/>
          </a:ln>
        </p:spPr>
      </p:sp>
      <p:sp>
        <p:nvSpPr>
          <p:cNvPr id="112642" name="Notes Placeholder 2"/>
          <p:cNvSpPr>
            <a:spLocks noGrp="1"/>
          </p:cNvSpPr>
          <p:nvPr>
            <p:ph type="body" idx="1"/>
          </p:nvPr>
        </p:nvSpPr>
        <p:spPr bwMode="auto">
          <a:noFill/>
        </p:spPr>
        <p:txBody>
          <a:bodyPr wrap="square" numCol="1" anchor="t" anchorCtr="0" compatLnSpc="1"/>
          <a:lstStyle/>
          <a:p>
            <a:pPr>
              <a:spcBef>
                <a:spcPct val="0"/>
              </a:spcBef>
            </a:pPr>
            <a:endParaRPr lang="en-US" dirty="0" smtClean="0"/>
          </a:p>
        </p:txBody>
      </p:sp>
      <p:sp>
        <p:nvSpPr>
          <p:cNvPr id="112643"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F002A441-166F-46A0-B4CC-D8D748EA95EA}" type="slidenum">
              <a:rPr lang="en-US"/>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1">
        <a:schemeClr val="bg2"/>
      </p:bgRef>
    </p:bg>
    <p:spTree>
      <p:nvGrpSpPr>
        <p:cNvPr id="1" name=""/>
        <p:cNvGrpSpPr/>
        <p:nvPr/>
      </p:nvGrpSpPr>
      <p:grpSpPr>
        <a:xfrm>
          <a:off x="0" y="0"/>
          <a:ext cx="0" cy="0"/>
          <a:chOff x="0" y="0"/>
          <a:chExt cx="0" cy="0"/>
        </a:xfrm>
      </p:grpSpPr>
      <p:sp>
        <p:nvSpPr>
          <p:cNvPr id="4" name="Rectangle 6"/>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91273" tIns="45636" rIns="91273" bIns="45636" anchor="ctr"/>
          <a:lstStyle/>
          <a:p>
            <a:pPr algn="ctr" fontAlgn="auto">
              <a:spcBef>
                <a:spcPts val="0"/>
              </a:spcBef>
              <a:spcAft>
                <a:spcPts val="0"/>
              </a:spcAft>
              <a:defRPr/>
            </a:pPr>
            <a:endParaRPr lang="en-US" dirty="0"/>
          </a:p>
        </p:txBody>
      </p:sp>
      <p:sp>
        <p:nvSpPr>
          <p:cNvPr id="5" name="Rectangle 9"/>
          <p:cNvSpPr/>
          <p:nvPr/>
        </p:nvSpPr>
        <p:spPr>
          <a:xfrm>
            <a:off x="-9525" y="6053150"/>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91273" tIns="45636" rIns="91273" bIns="45636" anchor="ctr"/>
          <a:lstStyle/>
          <a:p>
            <a:pPr algn="ctr" fontAlgn="auto">
              <a:spcBef>
                <a:spcPts val="0"/>
              </a:spcBef>
              <a:spcAft>
                <a:spcPts val="0"/>
              </a:spcAft>
              <a:defRPr/>
            </a:pPr>
            <a:endParaRPr lang="en-US" dirty="0"/>
          </a:p>
        </p:txBody>
      </p:sp>
      <p:sp>
        <p:nvSpPr>
          <p:cNvPr id="6" name="Rectangle 10"/>
          <p:cNvSpPr/>
          <p:nvPr/>
        </p:nvSpPr>
        <p:spPr>
          <a:xfrm>
            <a:off x="2359025" y="6043625"/>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91273" tIns="45636" rIns="91273" bIns="45636" anchor="ctr"/>
          <a:lstStyle/>
          <a:p>
            <a:pPr algn="ctr" fontAlgn="auto">
              <a:spcBef>
                <a:spcPts val="0"/>
              </a:spcBef>
              <a:spcAft>
                <a:spcPts val="0"/>
              </a:spcAft>
              <a:defRPr/>
            </a:pPr>
            <a:endParaRPr lang="en-US" dirty="0"/>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smtClean="0"/>
              <a:t>Click to edit Master title style</a:t>
            </a:r>
            <a:endParaRPr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700">
                <a:solidFill>
                  <a:srgbClr val="FFFFFF"/>
                </a:solidFill>
              </a:defRPr>
            </a:lvl1pPr>
            <a:lvl2pPr marL="456565" indent="0" algn="ctr">
              <a:buNone/>
            </a:lvl2pPr>
            <a:lvl3pPr marL="912495" indent="0" algn="ctr">
              <a:buNone/>
            </a:lvl3pPr>
            <a:lvl4pPr marL="1369060" indent="0" algn="ctr">
              <a:buNone/>
            </a:lvl4pPr>
            <a:lvl5pPr marL="1825625" indent="0" algn="ctr">
              <a:buNone/>
            </a:lvl5pPr>
            <a:lvl6pPr marL="2281555" indent="0" algn="ctr">
              <a:buNone/>
            </a:lvl6pPr>
            <a:lvl7pPr marL="2738120" indent="0" algn="ctr">
              <a:buNone/>
            </a:lvl7pPr>
            <a:lvl8pPr marL="3194685" indent="0" algn="ctr">
              <a:buNone/>
            </a:lvl8pPr>
            <a:lvl9pPr marL="3650615" indent="0" algn="ctr">
              <a:buNone/>
            </a:lvl9pPr>
          </a:lstStyle>
          <a:p>
            <a:r>
              <a:rPr lang="en-US" smtClean="0"/>
              <a:t>Click to edit Master subtitle style</a:t>
            </a:r>
            <a:endParaRPr lang="en-US"/>
          </a:p>
        </p:txBody>
      </p:sp>
      <p:sp>
        <p:nvSpPr>
          <p:cNvPr id="7" name="Date Placeholder 27"/>
          <p:cNvSpPr>
            <a:spLocks noGrp="1"/>
          </p:cNvSpPr>
          <p:nvPr>
            <p:ph type="dt" sz="half" idx="10"/>
          </p:nvPr>
        </p:nvSpPr>
        <p:spPr>
          <a:xfrm>
            <a:off x="76200" y="6069013"/>
            <a:ext cx="2057400" cy="685800"/>
          </a:xfrm>
        </p:spPr>
        <p:txBody>
          <a:bodyPr>
            <a:noAutofit/>
          </a:bodyPr>
          <a:lstStyle>
            <a:lvl1pPr algn="ctr">
              <a:defRPr sz="2100" smtClean="0">
                <a:solidFill>
                  <a:srgbClr val="FFFFFF"/>
                </a:solidFill>
              </a:defRPr>
            </a:lvl1pPr>
          </a:lstStyle>
          <a:p>
            <a:pPr>
              <a:defRPr/>
            </a:pPr>
            <a:fld id="{D340DEEC-789E-448C-818F-CEF66E88826D}" type="datetime1">
              <a:rPr lang="en-US" smtClean="0"/>
            </a:fld>
            <a:endParaRPr lang="en-US" dirty="0"/>
          </a:p>
        </p:txBody>
      </p:sp>
      <p:sp>
        <p:nvSpPr>
          <p:cNvPr id="10" name="Footer Placeholder 16"/>
          <p:cNvSpPr>
            <a:spLocks noGrp="1"/>
          </p:cNvSpPr>
          <p:nvPr>
            <p:ph type="ftr" sz="quarter" idx="11"/>
          </p:nvPr>
        </p:nvSpPr>
        <p:spPr>
          <a:xfrm>
            <a:off x="2085975" y="236541"/>
            <a:ext cx="5867400" cy="365125"/>
          </a:xfrm>
        </p:spPr>
        <p:txBody>
          <a:bodyPr/>
          <a:lstStyle>
            <a:lvl1pPr algn="r">
              <a:defRPr smtClean="0">
                <a:solidFill>
                  <a:schemeClr val="tx2"/>
                </a:solidFill>
              </a:defRPr>
            </a:lvl1pPr>
          </a:lstStyle>
          <a:p>
            <a:pPr>
              <a:defRPr/>
            </a:pPr>
            <a:r>
              <a:rPr lang="en-US" smtClean="0"/>
              <a:t>School of Computer Engineering</a:t>
            </a:r>
            <a:endParaRPr lang="en-US" dirty="0"/>
          </a:p>
        </p:txBody>
      </p:sp>
      <p:sp>
        <p:nvSpPr>
          <p:cNvPr id="11" name="Slide Number Placeholder 28"/>
          <p:cNvSpPr>
            <a:spLocks noGrp="1"/>
          </p:cNvSpPr>
          <p:nvPr>
            <p:ph type="sldNum" sz="quarter" idx="12"/>
          </p:nvPr>
        </p:nvSpPr>
        <p:spPr>
          <a:xfrm>
            <a:off x="8001000" y="228600"/>
            <a:ext cx="838200" cy="381000"/>
          </a:xfrm>
        </p:spPr>
        <p:txBody>
          <a:bodyPr/>
          <a:lstStyle>
            <a:lvl1pPr>
              <a:defRPr smtClean="0">
                <a:solidFill>
                  <a:schemeClr val="tx2"/>
                </a:solidFill>
              </a:defRPr>
            </a:lvl1pPr>
          </a:lstStyle>
          <a:p>
            <a:pPr>
              <a:defRPr/>
            </a:pPr>
            <a:fld id="{04796404-3ABE-42E0-BAAB-E184FAB6343E}" type="slidenum">
              <a:rPr lang="en-US"/>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7" y="228600"/>
            <a:ext cx="8153400" cy="990600"/>
          </a:xfrm>
        </p:spPr>
        <p:txBody>
          <a:bodyPr/>
          <a:lstStyle/>
          <a:p>
            <a:r>
              <a:rPr lang="en-US" smtClean="0"/>
              <a:t>Click to edit Master title style</a:t>
            </a:r>
            <a:endParaRPr lang="en-US"/>
          </a:p>
        </p:txBody>
      </p:sp>
      <p:sp>
        <p:nvSpPr>
          <p:cNvPr id="8" name="Content Placeholder 7"/>
          <p:cNvSpPr>
            <a:spLocks noGrp="1"/>
          </p:cNvSpPr>
          <p:nvPr>
            <p:ph sz="quarter" idx="1"/>
          </p:nvPr>
        </p:nvSpPr>
        <p:spPr>
          <a:xfrm>
            <a:off x="612647" y="1600200"/>
            <a:ext cx="8153400" cy="44958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ABED5BC5-576E-4BA7-9B99-FFACA040D270}" type="datetime1">
              <a:rPr lang="en-US" smtClean="0"/>
            </a:fld>
            <a:endParaRPr lang="en-US" dirty="0"/>
          </a:p>
        </p:txBody>
      </p:sp>
      <p:sp>
        <p:nvSpPr>
          <p:cNvPr id="5" name="Footer Placeholder 2"/>
          <p:cNvSpPr>
            <a:spLocks noGrp="1"/>
          </p:cNvSpPr>
          <p:nvPr>
            <p:ph type="ftr" sz="quarter" idx="11"/>
          </p:nvPr>
        </p:nvSpPr>
        <p:spPr/>
        <p:txBody>
          <a:bodyPr/>
          <a:lstStyle>
            <a:lvl1pPr>
              <a:defRPr/>
            </a:lvl1pPr>
          </a:lstStyle>
          <a:p>
            <a:pPr>
              <a:defRPr/>
            </a:pPr>
            <a:r>
              <a:rPr lang="en-US" smtClean="0"/>
              <a:t>School of Computer Engineering</a:t>
            </a:r>
            <a:endParaRPr lang="en-US" dirty="0"/>
          </a:p>
        </p:txBody>
      </p:sp>
      <p:sp>
        <p:nvSpPr>
          <p:cNvPr id="6" name="Slide Number Placeholder 22"/>
          <p:cNvSpPr>
            <a:spLocks noGrp="1"/>
          </p:cNvSpPr>
          <p:nvPr>
            <p:ph type="sldNum" sz="quarter" idx="12"/>
          </p:nvPr>
        </p:nvSpPr>
        <p:spPr/>
        <p:txBody>
          <a:bodyPr/>
          <a:lstStyle>
            <a:lvl1pPr>
              <a:defRPr/>
            </a:lvl1pPr>
          </a:lstStyle>
          <a:p>
            <a:pPr>
              <a:defRPr/>
            </a:pPr>
            <a:fld id="{F22323B9-1D87-4D56-A1A0-9DA960EA2996}" type="slidenum">
              <a:rPr lang="en-US"/>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3">
        <a:schemeClr val="bg1"/>
      </p:bgRef>
    </p:bg>
    <p:spTree>
      <p:nvGrpSpPr>
        <p:cNvPr id="1" name=""/>
        <p:cNvGrpSpPr/>
        <p:nvPr/>
      </p:nvGrpSpPr>
      <p:grpSpPr>
        <a:xfrm>
          <a:off x="0" y="0"/>
          <a:ext cx="0" cy="0"/>
          <a:chOff x="0" y="0"/>
          <a:chExt cx="0" cy="0"/>
        </a:xfrm>
      </p:grpSpPr>
      <p:sp>
        <p:nvSpPr>
          <p:cNvPr id="4"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91273" tIns="45636" rIns="91273" bIns="45636" anchor="ctr"/>
          <a:lstStyle/>
          <a:p>
            <a:pPr algn="ctr" fontAlgn="auto">
              <a:spcBef>
                <a:spcPts val="0"/>
              </a:spcBef>
              <a:spcAft>
                <a:spcPts val="0"/>
              </a:spcAft>
              <a:defRPr/>
            </a:pPr>
            <a:endParaRPr lang="en-US" dirty="0"/>
          </a:p>
        </p:txBody>
      </p:sp>
      <p:sp>
        <p:nvSpPr>
          <p:cNvPr id="5"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91273" tIns="45636" rIns="91273" bIns="45636" anchor="ctr"/>
          <a:lstStyle/>
          <a:p>
            <a:pPr algn="ctr" fontAlgn="auto">
              <a:spcBef>
                <a:spcPts val="0"/>
              </a:spcBef>
              <a:spcAft>
                <a:spcPts val="0"/>
              </a:spcAft>
              <a:defRPr/>
            </a:pPr>
            <a:endParaRPr lang="en-US" dirty="0"/>
          </a:p>
        </p:txBody>
      </p:sp>
      <p:sp>
        <p:nvSpPr>
          <p:cNvPr id="6"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91273" tIns="45636" rIns="91273" bIns="45636" anchor="ctr"/>
          <a:lstStyle/>
          <a:p>
            <a:pPr algn="ctr" fontAlgn="auto">
              <a:spcBef>
                <a:spcPts val="0"/>
              </a:spcBef>
              <a:spcAft>
                <a:spcPts val="0"/>
              </a:spcAft>
              <a:defRPr/>
            </a:pPr>
            <a:endParaRPr lang="en-US" dirty="0"/>
          </a:p>
        </p:txBody>
      </p:sp>
      <p:sp>
        <p:nvSpPr>
          <p:cNvPr id="3" name="Text Placeholder 2"/>
          <p:cNvSpPr>
            <a:spLocks noGrp="1"/>
          </p:cNvSpPr>
          <p:nvPr>
            <p:ph type="body" idx="1"/>
          </p:nvPr>
        </p:nvSpPr>
        <p:spPr>
          <a:xfrm>
            <a:off x="1371601" y="2743201"/>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endParaRPr lang="en-US" smtClean="0"/>
          </a:p>
        </p:txBody>
      </p:sp>
      <p:sp>
        <p:nvSpPr>
          <p:cNvPr id="2" name="Title 1"/>
          <p:cNvSpPr>
            <a:spLocks noGrp="1"/>
          </p:cNvSpPr>
          <p:nvPr>
            <p:ph type="title"/>
          </p:nvPr>
        </p:nvSpPr>
        <p:spPr>
          <a:xfrm>
            <a:off x="1371600" y="1600200"/>
            <a:ext cx="7620000" cy="990600"/>
          </a:xfrm>
        </p:spPr>
        <p:txBody>
          <a:bodyPr/>
          <a:lstStyle>
            <a:lvl1pPr algn="l">
              <a:buNone/>
              <a:defRPr sz="4300" b="0" cap="none">
                <a:solidFill>
                  <a:srgbClr val="FFFFFF"/>
                </a:solidFill>
              </a:defRPr>
            </a:lvl1pPr>
          </a:lstStyle>
          <a:p>
            <a:r>
              <a:rPr lang="en-US" smtClean="0"/>
              <a:t>Click to edit Master title style</a:t>
            </a:r>
            <a:endParaRPr lang="en-US"/>
          </a:p>
        </p:txBody>
      </p:sp>
      <p:sp>
        <p:nvSpPr>
          <p:cNvPr id="7" name="Date Placeholder 11"/>
          <p:cNvSpPr>
            <a:spLocks noGrp="1"/>
          </p:cNvSpPr>
          <p:nvPr>
            <p:ph type="dt" sz="half" idx="10"/>
          </p:nvPr>
        </p:nvSpPr>
        <p:spPr/>
        <p:txBody>
          <a:bodyPr/>
          <a:lstStyle>
            <a:lvl1pPr>
              <a:defRPr/>
            </a:lvl1pPr>
          </a:lstStyle>
          <a:p>
            <a:pPr>
              <a:defRPr/>
            </a:pPr>
            <a:fld id="{B672D1EB-E796-432B-929C-F89DBEC0AF0F}" type="datetime1">
              <a:rPr lang="en-US" smtClean="0"/>
            </a:fld>
            <a:endParaRPr lang="en-US" dirty="0"/>
          </a:p>
        </p:txBody>
      </p:sp>
      <p:sp>
        <p:nvSpPr>
          <p:cNvPr id="8" name="Slide Number Placeholder 12"/>
          <p:cNvSpPr>
            <a:spLocks noGrp="1"/>
          </p:cNvSpPr>
          <p:nvPr>
            <p:ph type="sldNum" sz="quarter" idx="11"/>
          </p:nvPr>
        </p:nvSpPr>
        <p:spPr>
          <a:xfrm>
            <a:off x="0" y="1752601"/>
            <a:ext cx="1295400" cy="701675"/>
          </a:xfrm>
        </p:spPr>
        <p:txBody>
          <a:bodyPr>
            <a:noAutofit/>
          </a:bodyPr>
          <a:lstStyle>
            <a:lvl1pPr>
              <a:defRPr sz="2400" smtClean="0">
                <a:solidFill>
                  <a:srgbClr val="FFFFFF"/>
                </a:solidFill>
              </a:defRPr>
            </a:lvl1pPr>
          </a:lstStyle>
          <a:p>
            <a:pPr>
              <a:defRPr/>
            </a:pPr>
            <a:fld id="{5D2FF345-7B17-4B69-A043-CF629E9F4723}" type="slidenum">
              <a:rPr lang="en-US"/>
            </a:fld>
            <a:endParaRPr lang="en-US" dirty="0"/>
          </a:p>
        </p:txBody>
      </p:sp>
      <p:sp>
        <p:nvSpPr>
          <p:cNvPr id="9" name="Footer Placeholder 13"/>
          <p:cNvSpPr>
            <a:spLocks noGrp="1"/>
          </p:cNvSpPr>
          <p:nvPr>
            <p:ph type="ftr" sz="quarter" idx="12"/>
          </p:nvPr>
        </p:nvSpPr>
        <p:spPr/>
        <p:txBody>
          <a:bodyPr/>
          <a:lstStyle>
            <a:lvl1pPr>
              <a:defRPr/>
            </a:lvl1pPr>
          </a:lstStyle>
          <a:p>
            <a:pPr>
              <a:defRPr/>
            </a:pPr>
            <a:r>
              <a:rPr lang="en-US" smtClean="0"/>
              <a:t>School of Computer Engineering</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
          </p:nvPr>
        </p:nvSpPr>
        <p:spPr>
          <a:xfrm>
            <a:off x="609600" y="1589567"/>
            <a:ext cx="3886200" cy="4572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1" name="Content Placeholder 10"/>
          <p:cNvSpPr>
            <a:spLocks noGrp="1"/>
          </p:cNvSpPr>
          <p:nvPr>
            <p:ph sz="quarter" idx="2"/>
          </p:nvPr>
        </p:nvSpPr>
        <p:spPr>
          <a:xfrm>
            <a:off x="4844901" y="1589567"/>
            <a:ext cx="3886200" cy="4572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7"/>
          <p:cNvSpPr>
            <a:spLocks noGrp="1"/>
          </p:cNvSpPr>
          <p:nvPr>
            <p:ph type="dt" sz="half" idx="10"/>
          </p:nvPr>
        </p:nvSpPr>
        <p:spPr/>
        <p:txBody>
          <a:bodyPr rtlCol="0"/>
          <a:lstStyle>
            <a:lvl1pPr>
              <a:defRPr/>
            </a:lvl1pPr>
          </a:lstStyle>
          <a:p>
            <a:pPr>
              <a:defRPr/>
            </a:pPr>
            <a:fld id="{DA28621B-EA84-4D6D-9150-4483FFEB7CF1}" type="datetime1">
              <a:rPr lang="en-US" smtClean="0"/>
            </a:fld>
            <a:endParaRPr lang="en-US" dirty="0"/>
          </a:p>
        </p:txBody>
      </p:sp>
      <p:sp>
        <p:nvSpPr>
          <p:cNvPr id="6" name="Slide Number Placeholder 9"/>
          <p:cNvSpPr>
            <a:spLocks noGrp="1"/>
          </p:cNvSpPr>
          <p:nvPr>
            <p:ph type="sldNum" sz="quarter" idx="11"/>
          </p:nvPr>
        </p:nvSpPr>
        <p:spPr/>
        <p:txBody>
          <a:bodyPr rtlCol="0"/>
          <a:lstStyle>
            <a:lvl1pPr>
              <a:defRPr/>
            </a:lvl1pPr>
          </a:lstStyle>
          <a:p>
            <a:pPr>
              <a:defRPr/>
            </a:pPr>
            <a:fld id="{79410A00-1153-438E-A3B6-B3C6724770AE}" type="slidenum">
              <a:rPr lang="en-US"/>
            </a:fld>
            <a:endParaRPr lang="en-US" dirty="0"/>
          </a:p>
        </p:txBody>
      </p:sp>
      <p:sp>
        <p:nvSpPr>
          <p:cNvPr id="7" name="Footer Placeholder 11"/>
          <p:cNvSpPr>
            <a:spLocks noGrp="1"/>
          </p:cNvSpPr>
          <p:nvPr>
            <p:ph type="ftr" sz="quarter" idx="12"/>
          </p:nvPr>
        </p:nvSpPr>
        <p:spPr/>
        <p:txBody>
          <a:bodyPr rtlCol="0"/>
          <a:lstStyle>
            <a:lvl1pPr>
              <a:defRPr/>
            </a:lvl1pPr>
          </a:lstStyle>
          <a:p>
            <a:pPr>
              <a:defRPr/>
            </a:pPr>
            <a:r>
              <a:rPr lang="en-US" smtClean="0"/>
              <a:t>School of Computer Engineering</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smtClean="0"/>
              <a:t>Click to edit Master title style</a:t>
            </a:r>
            <a:endParaRPr lang="en-US"/>
          </a:p>
        </p:txBody>
      </p:sp>
      <p:sp>
        <p:nvSpPr>
          <p:cNvPr id="11" name="Content Placeholder 10"/>
          <p:cNvSpPr>
            <a:spLocks noGrp="1"/>
          </p:cNvSpPr>
          <p:nvPr>
            <p:ph sz="quarter" idx="2"/>
          </p:nvPr>
        </p:nvSpPr>
        <p:spPr>
          <a:xfrm>
            <a:off x="609600" y="2438400"/>
            <a:ext cx="3886200" cy="35814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3" name="Content Placeholder 12"/>
          <p:cNvSpPr>
            <a:spLocks noGrp="1"/>
          </p:cNvSpPr>
          <p:nvPr>
            <p:ph sz="quarter" idx="4"/>
          </p:nvPr>
        </p:nvSpPr>
        <p:spPr>
          <a:xfrm>
            <a:off x="4800600" y="2438400"/>
            <a:ext cx="3886200" cy="35814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100" b="1">
                <a:solidFill>
                  <a:srgbClr val="FFFFFF"/>
                </a:solidFill>
              </a:defRPr>
            </a:lvl1pPr>
          </a:lstStyle>
          <a:p>
            <a:pPr lvl="0"/>
            <a:r>
              <a:rPr lang="en-US" smtClean="0"/>
              <a:t>Click to edit Master text styles</a:t>
            </a:r>
            <a:endParaRPr lang="en-US" smtClean="0"/>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100" b="1">
                <a:solidFill>
                  <a:srgbClr val="FFFFFF"/>
                </a:solidFill>
              </a:defRPr>
            </a:lvl1pPr>
          </a:lstStyle>
          <a:p>
            <a:pPr lvl="0"/>
            <a:r>
              <a:rPr lang="en-US" smtClean="0"/>
              <a:t>Click to edit Master text styles</a:t>
            </a:r>
            <a:endParaRPr lang="en-US" smtClean="0"/>
          </a:p>
        </p:txBody>
      </p:sp>
      <p:sp>
        <p:nvSpPr>
          <p:cNvPr id="7" name="Date Placeholder 9"/>
          <p:cNvSpPr>
            <a:spLocks noGrp="1"/>
          </p:cNvSpPr>
          <p:nvPr>
            <p:ph type="dt" sz="half" idx="10"/>
          </p:nvPr>
        </p:nvSpPr>
        <p:spPr/>
        <p:txBody>
          <a:bodyPr rtlCol="0"/>
          <a:lstStyle>
            <a:lvl1pPr>
              <a:defRPr/>
            </a:lvl1pPr>
          </a:lstStyle>
          <a:p>
            <a:pPr>
              <a:defRPr/>
            </a:pPr>
            <a:fld id="{0BC199E6-88E7-40E6-9D8E-685E88F19716}" type="datetime1">
              <a:rPr lang="en-US" smtClean="0"/>
            </a:fld>
            <a:endParaRPr lang="en-US" dirty="0"/>
          </a:p>
        </p:txBody>
      </p:sp>
      <p:sp>
        <p:nvSpPr>
          <p:cNvPr id="8" name="Slide Number Placeholder 11"/>
          <p:cNvSpPr>
            <a:spLocks noGrp="1"/>
          </p:cNvSpPr>
          <p:nvPr>
            <p:ph type="sldNum" sz="quarter" idx="11"/>
          </p:nvPr>
        </p:nvSpPr>
        <p:spPr/>
        <p:txBody>
          <a:bodyPr rtlCol="0"/>
          <a:lstStyle>
            <a:lvl1pPr>
              <a:defRPr/>
            </a:lvl1pPr>
          </a:lstStyle>
          <a:p>
            <a:pPr>
              <a:defRPr/>
            </a:pPr>
            <a:fld id="{E474CB6E-E696-4C16-A68F-E749F6A5BD70}" type="slidenum">
              <a:rPr lang="en-US"/>
            </a:fld>
            <a:endParaRPr lang="en-US" dirty="0"/>
          </a:p>
        </p:txBody>
      </p:sp>
      <p:sp>
        <p:nvSpPr>
          <p:cNvPr id="9" name="Footer Placeholder 13"/>
          <p:cNvSpPr>
            <a:spLocks noGrp="1"/>
          </p:cNvSpPr>
          <p:nvPr>
            <p:ph type="ftr" sz="quarter" idx="12"/>
          </p:nvPr>
        </p:nvSpPr>
        <p:spPr/>
        <p:txBody>
          <a:bodyPr rtlCol="0"/>
          <a:lstStyle>
            <a:lvl1pPr>
              <a:defRPr/>
            </a:lvl1pPr>
          </a:lstStyle>
          <a:p>
            <a:pPr>
              <a:defRPr/>
            </a:pPr>
            <a:r>
              <a:rPr lang="en-US" smtClean="0"/>
              <a:t>School of Computer Engineering</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pPr>
              <a:defRPr/>
            </a:pPr>
            <a:fld id="{5304B428-347A-42AD-80F8-FBA2E644E527}" type="datetime1">
              <a:rPr lang="en-US" smtClean="0"/>
            </a:fld>
            <a:endParaRPr lang="en-US" dirty="0"/>
          </a:p>
        </p:txBody>
      </p:sp>
      <p:sp>
        <p:nvSpPr>
          <p:cNvPr id="4" name="Footer Placeholder 2"/>
          <p:cNvSpPr>
            <a:spLocks noGrp="1"/>
          </p:cNvSpPr>
          <p:nvPr>
            <p:ph type="ftr" sz="quarter" idx="11"/>
          </p:nvPr>
        </p:nvSpPr>
        <p:spPr/>
        <p:txBody>
          <a:bodyPr/>
          <a:lstStyle>
            <a:lvl1pPr>
              <a:defRPr/>
            </a:lvl1pPr>
          </a:lstStyle>
          <a:p>
            <a:pPr>
              <a:defRPr/>
            </a:pPr>
            <a:r>
              <a:rPr lang="en-US" smtClean="0"/>
              <a:t>School of Computer Engineering</a:t>
            </a:r>
            <a:endParaRPr lang="en-US" dirty="0"/>
          </a:p>
        </p:txBody>
      </p:sp>
      <p:sp>
        <p:nvSpPr>
          <p:cNvPr id="5" name="Slide Number Placeholder 22"/>
          <p:cNvSpPr>
            <a:spLocks noGrp="1"/>
          </p:cNvSpPr>
          <p:nvPr>
            <p:ph type="sldNum" sz="quarter" idx="12"/>
          </p:nvPr>
        </p:nvSpPr>
        <p:spPr/>
        <p:txBody>
          <a:bodyPr/>
          <a:lstStyle>
            <a:lvl1pPr>
              <a:defRPr/>
            </a:lvl1pPr>
          </a:lstStyle>
          <a:p>
            <a:pPr>
              <a:defRPr/>
            </a:pPr>
            <a:fld id="{453A7E5E-6FDD-46DC-9B9A-1EE1DF3B4DA2}" type="slidenum">
              <a:rPr lang="en-US"/>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6702AE6E-3C21-48A0-8AF2-1AE57F97BFBD}" type="datetime1">
              <a:rPr lang="en-US" smtClean="0"/>
            </a:fld>
            <a:endParaRPr lang="en-US" dirty="0"/>
          </a:p>
        </p:txBody>
      </p:sp>
      <p:sp>
        <p:nvSpPr>
          <p:cNvPr id="3" name="Footer Placeholder 2"/>
          <p:cNvSpPr>
            <a:spLocks noGrp="1"/>
          </p:cNvSpPr>
          <p:nvPr>
            <p:ph type="ftr" sz="quarter" idx="11"/>
          </p:nvPr>
        </p:nvSpPr>
        <p:spPr/>
        <p:txBody>
          <a:bodyPr/>
          <a:lstStyle>
            <a:lvl1pPr>
              <a:defRPr/>
            </a:lvl1pPr>
          </a:lstStyle>
          <a:p>
            <a:pPr>
              <a:defRPr/>
            </a:pPr>
            <a:r>
              <a:rPr lang="en-US" smtClean="0"/>
              <a:t>School of Computer Engineering</a:t>
            </a:r>
            <a:endParaRPr lang="en-US" dirty="0"/>
          </a:p>
        </p:txBody>
      </p:sp>
      <p:sp>
        <p:nvSpPr>
          <p:cNvPr id="4" name="Slide Number Placeholder 3"/>
          <p:cNvSpPr>
            <a:spLocks noGrp="1"/>
          </p:cNvSpPr>
          <p:nvPr>
            <p:ph type="sldNum" sz="quarter" idx="12"/>
          </p:nvPr>
        </p:nvSpPr>
        <p:spPr>
          <a:xfrm>
            <a:off x="0" y="6248400"/>
            <a:ext cx="533400" cy="381000"/>
          </a:xfrm>
        </p:spPr>
        <p:txBody>
          <a:bodyPr/>
          <a:lstStyle>
            <a:lvl1pPr>
              <a:defRPr smtClean="0">
                <a:solidFill>
                  <a:schemeClr val="tx2"/>
                </a:solidFill>
              </a:defRPr>
            </a:lvl1pPr>
          </a:lstStyle>
          <a:p>
            <a:pPr>
              <a:defRPr/>
            </a:pPr>
            <a:fld id="{EB215E6A-49DA-4E1E-A153-DCAF308A2D4A}" type="slidenum">
              <a:rPr lang="en-US"/>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300" b="0"/>
            </a:lvl1pPr>
          </a:lstStyle>
          <a:p>
            <a:r>
              <a:rPr lang="en-US" smtClean="0"/>
              <a:t>Click to edit Master title style</a:t>
            </a:r>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6909" tIns="182547" rIns="136909" bIns="91273"/>
          <a:lstStyle>
            <a:lvl1pPr marL="0" indent="0">
              <a:spcAft>
                <a:spcPts val="1000"/>
              </a:spcAft>
              <a:buNone/>
              <a:defRPr sz="1800"/>
            </a:lvl1pPr>
            <a:lvl2pPr>
              <a:buNone/>
              <a:defRPr sz="1200"/>
            </a:lvl2pPr>
            <a:lvl3pPr>
              <a:buNone/>
              <a:defRPr sz="1000"/>
            </a:lvl3pPr>
            <a:lvl4pPr>
              <a:buNone/>
              <a:defRPr sz="800"/>
            </a:lvl4pPr>
            <a:lvl5pPr>
              <a:buNone/>
              <a:defRPr sz="800"/>
            </a:lvl5pPr>
          </a:lstStyle>
          <a:p>
            <a:pPr lvl="0"/>
            <a:r>
              <a:rPr lang="en-US" smtClean="0"/>
              <a:t>Click to edit Master text styles</a:t>
            </a:r>
            <a:endParaRPr lang="en-US" smtClean="0"/>
          </a:p>
        </p:txBody>
      </p:sp>
      <p:sp>
        <p:nvSpPr>
          <p:cNvPr id="9" name="Content Placeholder 8"/>
          <p:cNvSpPr>
            <a:spLocks noGrp="1"/>
          </p:cNvSpPr>
          <p:nvPr>
            <p:ph sz="quarter" idx="1"/>
          </p:nvPr>
        </p:nvSpPr>
        <p:spPr>
          <a:xfrm>
            <a:off x="2362200" y="1752600"/>
            <a:ext cx="6400800" cy="44196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fld id="{9242A7E6-D402-4B5B-9C1F-3BB598089A70}" type="datetime1">
              <a:rPr lang="en-US" smtClean="0"/>
            </a:fld>
            <a:endParaRPr lang="en-US" dirty="0"/>
          </a:p>
        </p:txBody>
      </p:sp>
      <p:sp>
        <p:nvSpPr>
          <p:cNvPr id="6" name="Footer Placeholder 2"/>
          <p:cNvSpPr>
            <a:spLocks noGrp="1"/>
          </p:cNvSpPr>
          <p:nvPr>
            <p:ph type="ftr" sz="quarter" idx="11"/>
          </p:nvPr>
        </p:nvSpPr>
        <p:spPr/>
        <p:txBody>
          <a:bodyPr/>
          <a:lstStyle>
            <a:lvl1pPr>
              <a:defRPr/>
            </a:lvl1pPr>
          </a:lstStyle>
          <a:p>
            <a:pPr>
              <a:defRPr/>
            </a:pPr>
            <a:r>
              <a:rPr lang="en-US" smtClean="0"/>
              <a:t>School of Computer Engineering</a:t>
            </a:r>
            <a:endParaRPr lang="en-US" dirty="0"/>
          </a:p>
        </p:txBody>
      </p:sp>
      <p:sp>
        <p:nvSpPr>
          <p:cNvPr id="7" name="Slide Number Placeholder 22"/>
          <p:cNvSpPr>
            <a:spLocks noGrp="1"/>
          </p:cNvSpPr>
          <p:nvPr>
            <p:ph type="sldNum" sz="quarter" idx="12"/>
          </p:nvPr>
        </p:nvSpPr>
        <p:spPr/>
        <p:txBody>
          <a:bodyPr/>
          <a:lstStyle>
            <a:lvl1pPr>
              <a:defRPr/>
            </a:lvl1pPr>
          </a:lstStyle>
          <a:p>
            <a:pPr>
              <a:defRPr/>
            </a:pPr>
            <a:fld id="{7EBC58E9-1387-4400-8547-C72E690215F0}" type="slidenum">
              <a:rPr lang="en-US"/>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bg>
      <p:bgRef idx="1003">
        <a:schemeClr val="bg2"/>
      </p:bgRef>
    </p:bg>
    <p:spTree>
      <p:nvGrpSpPr>
        <p:cNvPr id="1" name=""/>
        <p:cNvGrpSpPr/>
        <p:nvPr/>
      </p:nvGrpSpPr>
      <p:grpSpPr>
        <a:xfrm>
          <a:off x="0" y="0"/>
          <a:ext cx="0" cy="0"/>
          <a:chOff x="0" y="0"/>
          <a:chExt cx="0" cy="0"/>
        </a:xfrm>
      </p:grpSpPr>
      <p:sp>
        <p:nvSpPr>
          <p:cNvPr id="5" name="Rectangle 7"/>
          <p:cNvSpPr/>
          <p:nvPr/>
        </p:nvSpPr>
        <p:spPr bwMode="white">
          <a:xfrm>
            <a:off x="-9525" y="4572013"/>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91273" tIns="45636" rIns="91273" bIns="45636" anchor="ctr"/>
          <a:lstStyle/>
          <a:p>
            <a:pPr algn="ctr" fontAlgn="auto">
              <a:spcBef>
                <a:spcPts val="0"/>
              </a:spcBef>
              <a:spcAft>
                <a:spcPts val="0"/>
              </a:spcAft>
              <a:defRPr/>
            </a:pPr>
            <a:endParaRPr lang="en-US" dirty="0"/>
          </a:p>
        </p:txBody>
      </p:sp>
      <p:sp>
        <p:nvSpPr>
          <p:cNvPr id="6" name="Rectangle 8"/>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91273" tIns="45636" rIns="91273" bIns="45636" anchor="ctr"/>
          <a:lstStyle/>
          <a:p>
            <a:pPr algn="ctr" fontAlgn="auto">
              <a:spcBef>
                <a:spcPts val="0"/>
              </a:spcBef>
              <a:spcAft>
                <a:spcPts val="0"/>
              </a:spcAft>
              <a:defRPr/>
            </a:pPr>
            <a:endParaRPr lang="en-US" dirty="0"/>
          </a:p>
        </p:txBody>
      </p:sp>
      <p:sp>
        <p:nvSpPr>
          <p:cNvPr id="7" name="Rectangle 9"/>
          <p:cNvSpPr/>
          <p:nvPr/>
        </p:nvSpPr>
        <p:spPr>
          <a:xfrm>
            <a:off x="1544637" y="4654550"/>
            <a:ext cx="7599363"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91273" tIns="45636" rIns="91273" bIns="45636" anchor="ctr"/>
          <a:lstStyle/>
          <a:p>
            <a:pPr algn="ctr" fontAlgn="auto">
              <a:spcBef>
                <a:spcPts val="0"/>
              </a:spcBef>
              <a:spcAft>
                <a:spcPts val="0"/>
              </a:spcAft>
              <a:defRPr/>
            </a:pPr>
            <a:endParaRPr lang="en-US" dirty="0"/>
          </a:p>
        </p:txBody>
      </p:sp>
      <p:sp>
        <p:nvSpPr>
          <p:cNvPr id="8" name="Rectangle 10"/>
          <p:cNvSpPr/>
          <p:nvPr/>
        </p:nvSpPr>
        <p:spPr bwMode="white">
          <a:xfrm>
            <a:off x="1447801" y="12"/>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91273" tIns="45636" rIns="91273" bIns="45636" anchor="ctr"/>
          <a:lstStyle/>
          <a:p>
            <a:pPr algn="ctr" fontAlgn="auto">
              <a:spcBef>
                <a:spcPts val="0"/>
              </a:spcBef>
              <a:spcAft>
                <a:spcPts val="0"/>
              </a:spcAft>
              <a:defRPr/>
            </a:pPr>
            <a:endParaRPr lang="en-US" dirty="0"/>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800"/>
            </a:lvl4pPr>
            <a:lvl5pPr>
              <a:buFontTx/>
              <a:buNone/>
              <a:defRPr sz="800"/>
            </a:lvl5pPr>
          </a:lstStyle>
          <a:p>
            <a:pPr lvl="0"/>
            <a:r>
              <a:rPr lang="en-US" smtClean="0"/>
              <a:t>Click to edit Master text styles</a:t>
            </a:r>
            <a:endParaRPr lang="en-US" smtClean="0"/>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smtClean="0"/>
              <a:t>Click to edit Master title style</a:t>
            </a:r>
            <a:endParaRPr lang="en-US"/>
          </a:p>
        </p:txBody>
      </p:sp>
      <p:sp>
        <p:nvSpPr>
          <p:cNvPr id="3" name="Picture Placeholder 2"/>
          <p:cNvSpPr>
            <a:spLocks noGrp="1"/>
          </p:cNvSpPr>
          <p:nvPr>
            <p:ph type="pic" idx="1"/>
          </p:nvPr>
        </p:nvSpPr>
        <p:spPr>
          <a:xfrm>
            <a:off x="1560579" y="0"/>
            <a:ext cx="7583424" cy="4568952"/>
          </a:xfrm>
          <a:solidFill>
            <a:schemeClr val="accent1">
              <a:tint val="40000"/>
            </a:schemeClr>
          </a:solidFill>
          <a:ln>
            <a:noFill/>
          </a:ln>
        </p:spPr>
        <p:txBody>
          <a:bodyPr>
            <a:normAutofit/>
          </a:bodyPr>
          <a:lstStyle>
            <a:lvl1pPr marL="0" indent="0">
              <a:buNone/>
              <a:defRPr sz="3300"/>
            </a:lvl1pPr>
          </a:lstStyle>
          <a:p>
            <a:pPr lvl="0"/>
            <a:r>
              <a:rPr lang="en-US" noProof="0" dirty="0" smtClean="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rtlCol="0"/>
          <a:lstStyle>
            <a:lvl1pPr>
              <a:defRPr/>
            </a:lvl1pPr>
          </a:lstStyle>
          <a:p>
            <a:pPr>
              <a:defRPr/>
            </a:pPr>
            <a:fld id="{5EAE95A9-CF98-43AC-A58A-F77CFBC13864}" type="datetime1">
              <a:rPr lang="en-US" smtClean="0"/>
            </a:fld>
            <a:endParaRPr lang="en-US" dirty="0"/>
          </a:p>
        </p:txBody>
      </p:sp>
      <p:sp>
        <p:nvSpPr>
          <p:cNvPr id="10" name="Slide Number Placeholder 12"/>
          <p:cNvSpPr>
            <a:spLocks noGrp="1"/>
          </p:cNvSpPr>
          <p:nvPr>
            <p:ph type="sldNum" sz="quarter" idx="11"/>
          </p:nvPr>
        </p:nvSpPr>
        <p:spPr>
          <a:xfrm>
            <a:off x="0" y="4667251"/>
            <a:ext cx="1447800" cy="663575"/>
          </a:xfrm>
        </p:spPr>
        <p:txBody>
          <a:bodyPr rtlCol="0"/>
          <a:lstStyle>
            <a:lvl1pPr>
              <a:defRPr sz="2800" smtClean="0"/>
            </a:lvl1pPr>
          </a:lstStyle>
          <a:p>
            <a:pPr>
              <a:defRPr/>
            </a:pPr>
            <a:fld id="{F7E6F633-B2BD-4AD1-8584-07D2AEFF3912}" type="slidenum">
              <a:rPr lang="en-US"/>
            </a:fld>
            <a:endParaRPr lang="en-US" dirty="0"/>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pPr>
              <a:defRPr/>
            </a:pPr>
            <a:r>
              <a:rPr lang="en-US" smtClean="0"/>
              <a:t>School of Computer Engineering</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C7F85528-C4B0-492E-9FAE-30644326747F}" type="datetime1">
              <a:rPr lang="en-US" smtClean="0"/>
            </a:fld>
            <a:endParaRPr lang="en-US" dirty="0"/>
          </a:p>
        </p:txBody>
      </p:sp>
      <p:sp>
        <p:nvSpPr>
          <p:cNvPr id="5" name="Footer Placeholder 2"/>
          <p:cNvSpPr>
            <a:spLocks noGrp="1"/>
          </p:cNvSpPr>
          <p:nvPr>
            <p:ph type="ftr" sz="quarter" idx="11"/>
          </p:nvPr>
        </p:nvSpPr>
        <p:spPr/>
        <p:txBody>
          <a:bodyPr/>
          <a:lstStyle>
            <a:lvl1pPr>
              <a:defRPr/>
            </a:lvl1pPr>
          </a:lstStyle>
          <a:p>
            <a:pPr>
              <a:defRPr/>
            </a:pPr>
            <a:r>
              <a:rPr lang="en-US" smtClean="0"/>
              <a:t>School of Computer Engineering</a:t>
            </a:r>
            <a:endParaRPr lang="en-US" dirty="0"/>
          </a:p>
        </p:txBody>
      </p:sp>
      <p:sp>
        <p:nvSpPr>
          <p:cNvPr id="6" name="Slide Number Placeholder 22"/>
          <p:cNvSpPr>
            <a:spLocks noGrp="1"/>
          </p:cNvSpPr>
          <p:nvPr>
            <p:ph type="sldNum" sz="quarter" idx="12"/>
          </p:nvPr>
        </p:nvSpPr>
        <p:spPr/>
        <p:txBody>
          <a:bodyPr/>
          <a:lstStyle>
            <a:lvl1pPr>
              <a:defRPr/>
            </a:lvl1pPr>
          </a:lstStyle>
          <a:p>
            <a:pPr>
              <a:defRPr/>
            </a:pPr>
            <a:fld id="{2143028A-3ECF-42DF-877F-44A07ABEBB04}" type="slidenum">
              <a:rPr lang="en-US"/>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4" name="Rectangle 6"/>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lIns="91273" tIns="45636" rIns="91273" bIns="45636" anchor="ctr"/>
          <a:lstStyle/>
          <a:p>
            <a:pPr algn="ctr" fontAlgn="auto">
              <a:spcBef>
                <a:spcPts val="0"/>
              </a:spcBef>
              <a:spcAft>
                <a:spcPts val="0"/>
              </a:spcAft>
              <a:defRPr/>
            </a:pPr>
            <a:endParaRPr lang="en-US" dirty="0"/>
          </a:p>
        </p:txBody>
      </p:sp>
      <p:sp>
        <p:nvSpPr>
          <p:cNvPr id="5"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lIns="91273" tIns="45636" rIns="91273" bIns="45636" anchor="ctr"/>
          <a:lstStyle/>
          <a:p>
            <a:pPr algn="ctr" fontAlgn="auto">
              <a:spcBef>
                <a:spcPts val="0"/>
              </a:spcBef>
              <a:spcAft>
                <a:spcPts val="0"/>
              </a:spcAft>
              <a:defRPr/>
            </a:pPr>
            <a:endParaRPr lang="en-US" dirty="0"/>
          </a:p>
        </p:txBody>
      </p:sp>
      <p:sp>
        <p:nvSpPr>
          <p:cNvPr id="6"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lIns="91273" tIns="45636" rIns="91273" bIns="45636" anchor="ctr"/>
          <a:lstStyle/>
          <a:p>
            <a:pPr algn="ctr" fontAlgn="auto">
              <a:spcBef>
                <a:spcPts val="0"/>
              </a:spcBef>
              <a:spcAft>
                <a:spcPts val="0"/>
              </a:spcAft>
              <a:defRPr/>
            </a:pPr>
            <a:endParaRPr lang="en-US" dirty="0"/>
          </a:p>
        </p:txBody>
      </p:sp>
      <p:sp>
        <p:nvSpPr>
          <p:cNvPr id="2" name="Vertical Title 1"/>
          <p:cNvSpPr>
            <a:spLocks noGrp="1"/>
          </p:cNvSpPr>
          <p:nvPr>
            <p:ph type="title" orient="vert"/>
          </p:nvPr>
        </p:nvSpPr>
        <p:spPr>
          <a:xfrm>
            <a:off x="6553200" y="609613"/>
            <a:ext cx="2057400" cy="55165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3"/>
          <p:cNvSpPr>
            <a:spLocks noGrp="1"/>
          </p:cNvSpPr>
          <p:nvPr>
            <p:ph type="dt" sz="half" idx="10"/>
          </p:nvPr>
        </p:nvSpPr>
        <p:spPr>
          <a:xfrm>
            <a:off x="6553200" y="6248400"/>
            <a:ext cx="2209800" cy="365125"/>
          </a:xfrm>
        </p:spPr>
        <p:txBody>
          <a:bodyPr/>
          <a:lstStyle>
            <a:lvl1pPr>
              <a:defRPr/>
            </a:lvl1pPr>
          </a:lstStyle>
          <a:p>
            <a:pPr>
              <a:defRPr/>
            </a:pPr>
            <a:fld id="{7B013BBE-B4AC-4A5E-B6F6-335BD9E55C42}" type="datetime1">
              <a:rPr lang="en-US" smtClean="0"/>
            </a:fld>
            <a:endParaRPr lang="en-US" dirty="0"/>
          </a:p>
        </p:txBody>
      </p:sp>
      <p:sp>
        <p:nvSpPr>
          <p:cNvPr id="8" name="Footer Placeholder 4"/>
          <p:cNvSpPr>
            <a:spLocks noGrp="1"/>
          </p:cNvSpPr>
          <p:nvPr>
            <p:ph type="ftr" sz="quarter" idx="11"/>
          </p:nvPr>
        </p:nvSpPr>
        <p:spPr>
          <a:xfrm>
            <a:off x="457201" y="6248400"/>
            <a:ext cx="5573713" cy="365125"/>
          </a:xfrm>
        </p:spPr>
        <p:txBody>
          <a:bodyPr/>
          <a:lstStyle>
            <a:lvl1pPr>
              <a:defRPr/>
            </a:lvl1pPr>
          </a:lstStyle>
          <a:p>
            <a:pPr>
              <a:defRPr/>
            </a:pPr>
            <a:r>
              <a:rPr lang="en-US" smtClean="0"/>
              <a:t>School of Computer Engineering</a:t>
            </a:r>
            <a:endParaRPr lang="en-US" dirty="0"/>
          </a:p>
        </p:txBody>
      </p:sp>
      <p:sp>
        <p:nvSpPr>
          <p:cNvPr id="9" name="Slide Number Placeholder 5"/>
          <p:cNvSpPr>
            <a:spLocks noGrp="1"/>
          </p:cNvSpPr>
          <p:nvPr>
            <p:ph type="sldNum" sz="quarter" idx="12"/>
          </p:nvPr>
        </p:nvSpPr>
        <p:spPr>
          <a:xfrm rot="5400000">
            <a:off x="5989638" y="144466"/>
            <a:ext cx="533400" cy="244475"/>
          </a:xfrm>
        </p:spPr>
        <p:txBody>
          <a:bodyPr/>
          <a:lstStyle>
            <a:lvl1pPr>
              <a:defRPr/>
            </a:lvl1pPr>
          </a:lstStyle>
          <a:p>
            <a:pPr>
              <a:defRPr/>
            </a:pPr>
            <a:fld id="{93C5C686-4C98-447A-9F73-422C495970F1}" type="slidenum">
              <a:rPr lang="en-US"/>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228600"/>
            <a:ext cx="8153400" cy="990600"/>
          </a:xfrm>
          <a:prstGeom prst="rect">
            <a:avLst/>
          </a:prstGeom>
          <a:noFill/>
          <a:ln w="9525">
            <a:noFill/>
            <a:miter lim="800000"/>
          </a:ln>
        </p:spPr>
        <p:txBody>
          <a:bodyPr vert="horz" wrap="square" lIns="91273" tIns="45636" rIns="91273" bIns="45636" numCol="1" anchor="ctr" anchorCtr="0" compatLnSpc="1"/>
          <a:lstStyle/>
          <a:p>
            <a:pPr lvl="0"/>
            <a:r>
              <a:rPr lang="en-US" smtClean="0"/>
              <a:t>Click to edit Master title style</a:t>
            </a:r>
            <a:endParaRPr lang="en-US" smtClean="0"/>
          </a:p>
        </p:txBody>
      </p:sp>
      <p:sp>
        <p:nvSpPr>
          <p:cNvPr id="1027" name="Text Placeholder 12"/>
          <p:cNvSpPr>
            <a:spLocks noGrp="1"/>
          </p:cNvSpPr>
          <p:nvPr>
            <p:ph type="body" idx="1"/>
          </p:nvPr>
        </p:nvSpPr>
        <p:spPr bwMode="auto">
          <a:xfrm>
            <a:off x="612775" y="1600213"/>
            <a:ext cx="8153400" cy="4525963"/>
          </a:xfrm>
          <a:prstGeom prst="rect">
            <a:avLst/>
          </a:prstGeom>
          <a:noFill/>
          <a:ln w="9525">
            <a:noFill/>
            <a:miter lim="800000"/>
          </a:ln>
        </p:spPr>
        <p:txBody>
          <a:bodyPr vert="horz" wrap="square" lIns="91273" tIns="45636" rIns="91273" bIns="45636" numCol="1" anchor="t" anchorCtr="0" compatLnSpc="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14" name="Date Placeholder 13"/>
          <p:cNvSpPr>
            <a:spLocks noGrp="1"/>
          </p:cNvSpPr>
          <p:nvPr>
            <p:ph type="dt" sz="half" idx="2"/>
          </p:nvPr>
        </p:nvSpPr>
        <p:spPr>
          <a:xfrm>
            <a:off x="6096000" y="6248400"/>
            <a:ext cx="2667000" cy="365125"/>
          </a:xfrm>
          <a:prstGeom prst="rect">
            <a:avLst/>
          </a:prstGeom>
        </p:spPr>
        <p:txBody>
          <a:bodyPr vert="horz" lIns="91273" tIns="45636" rIns="91273" bIns="45636" anchor="ctr" anchorCtr="0"/>
          <a:lstStyle>
            <a:lvl1pPr algn="l" eaLnBrk="1" fontAlgn="auto" latinLnBrk="0" hangingPunct="1">
              <a:spcBef>
                <a:spcPts val="0"/>
              </a:spcBef>
              <a:spcAft>
                <a:spcPts val="0"/>
              </a:spcAft>
              <a:defRPr kumimoji="0" sz="1400" smtClean="0">
                <a:solidFill>
                  <a:schemeClr val="tx2"/>
                </a:solidFill>
                <a:latin typeface="+mn-lt"/>
              </a:defRPr>
            </a:lvl1pPr>
          </a:lstStyle>
          <a:p>
            <a:pPr>
              <a:defRPr/>
            </a:pPr>
            <a:fld id="{CA1F6934-081F-444E-AFE6-561EAC2618E5}" type="datetime1">
              <a:rPr lang="en-US" smtClean="0"/>
            </a:fld>
            <a:endParaRPr lang="en-US" dirty="0"/>
          </a:p>
        </p:txBody>
      </p:sp>
      <p:sp>
        <p:nvSpPr>
          <p:cNvPr id="3" name="Footer Placeholder 2"/>
          <p:cNvSpPr>
            <a:spLocks noGrp="1"/>
          </p:cNvSpPr>
          <p:nvPr>
            <p:ph type="ftr" sz="quarter" idx="3"/>
          </p:nvPr>
        </p:nvSpPr>
        <p:spPr>
          <a:xfrm>
            <a:off x="609601" y="6248400"/>
            <a:ext cx="5421313" cy="365125"/>
          </a:xfrm>
          <a:prstGeom prst="rect">
            <a:avLst/>
          </a:prstGeom>
        </p:spPr>
        <p:txBody>
          <a:bodyPr vert="horz" lIns="91273" tIns="45636" rIns="91273" bIns="45636" anchor="ctr"/>
          <a:lstStyle>
            <a:lvl1pPr algn="r" eaLnBrk="1" fontAlgn="auto" latinLnBrk="0" hangingPunct="1">
              <a:spcBef>
                <a:spcPts val="0"/>
              </a:spcBef>
              <a:spcAft>
                <a:spcPts val="0"/>
              </a:spcAft>
              <a:defRPr kumimoji="0" sz="1400" smtClean="0">
                <a:solidFill>
                  <a:schemeClr val="tx2"/>
                </a:solidFill>
                <a:latin typeface="+mn-lt"/>
              </a:defRPr>
            </a:lvl1pPr>
          </a:lstStyle>
          <a:p>
            <a:pPr>
              <a:defRPr/>
            </a:pPr>
            <a:r>
              <a:rPr lang="en-US" smtClean="0"/>
              <a:t>School of Computer Engineering</a:t>
            </a:r>
            <a:endParaRPr lang="en-US" dirty="0"/>
          </a:p>
        </p:txBody>
      </p:sp>
      <p:sp>
        <p:nvSpPr>
          <p:cNvPr id="7" name="Rectangle 6"/>
          <p:cNvSpPr/>
          <p:nvPr/>
        </p:nvSpPr>
        <p:spPr bwMode="white">
          <a:xfrm>
            <a:off x="0" y="1235075"/>
            <a:ext cx="9144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91273" tIns="45636" rIns="91273" bIns="45636" anchor="ctr"/>
          <a:lstStyle/>
          <a:p>
            <a:pPr algn="ctr" fontAlgn="auto">
              <a:spcBef>
                <a:spcPts val="0"/>
              </a:spcBef>
              <a:spcAft>
                <a:spcPts val="0"/>
              </a:spcAft>
              <a:defRPr/>
            </a:pPr>
            <a:endParaRPr lang="en-US" dirty="0"/>
          </a:p>
        </p:txBody>
      </p:sp>
      <p:sp>
        <p:nvSpPr>
          <p:cNvPr id="8" name="Rectangle 7"/>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91273" tIns="45636" rIns="91273" bIns="45636" anchor="ctr"/>
          <a:lstStyle/>
          <a:p>
            <a:pPr algn="ctr" fontAlgn="auto">
              <a:spcBef>
                <a:spcPts val="0"/>
              </a:spcBef>
              <a:spcAft>
                <a:spcPts val="0"/>
              </a:spcAft>
              <a:defRPr/>
            </a:pPr>
            <a:endParaRPr lang="en-US" dirty="0"/>
          </a:p>
        </p:txBody>
      </p:sp>
      <p:sp>
        <p:nvSpPr>
          <p:cNvPr id="9" name="Rectangle 8"/>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91273" tIns="45636" rIns="91273" bIns="45636" anchor="ctr"/>
          <a:lstStyle/>
          <a:p>
            <a:pPr algn="ctr" fontAlgn="auto">
              <a:spcBef>
                <a:spcPts val="0"/>
              </a:spcBef>
              <a:spcAft>
                <a:spcPts val="0"/>
              </a:spcAft>
              <a:defRPr/>
            </a:pPr>
            <a:endParaRPr lang="en-US" dirty="0"/>
          </a:p>
        </p:txBody>
      </p:sp>
      <p:sp>
        <p:nvSpPr>
          <p:cNvPr id="23" name="Slide Number Placeholder 22"/>
          <p:cNvSpPr>
            <a:spLocks noGrp="1"/>
          </p:cNvSpPr>
          <p:nvPr>
            <p:ph type="sldNum" sz="quarter" idx="4"/>
          </p:nvPr>
        </p:nvSpPr>
        <p:spPr>
          <a:xfrm>
            <a:off x="0" y="1271589"/>
            <a:ext cx="533400" cy="244475"/>
          </a:xfrm>
          <a:prstGeom prst="rect">
            <a:avLst/>
          </a:prstGeom>
        </p:spPr>
        <p:txBody>
          <a:bodyPr vert="horz" lIns="91273" tIns="45636" rIns="91273" bIns="45636" anchor="ctr" anchorCtr="0">
            <a:normAutofit/>
          </a:bodyPr>
          <a:lstStyle>
            <a:lvl1pPr algn="ctr" eaLnBrk="1" fontAlgn="auto" latinLnBrk="0" hangingPunct="1">
              <a:spcBef>
                <a:spcPts val="0"/>
              </a:spcBef>
              <a:spcAft>
                <a:spcPts val="0"/>
              </a:spcAft>
              <a:defRPr kumimoji="0" sz="1400" b="1" smtClean="0">
                <a:solidFill>
                  <a:srgbClr val="FFFFFF"/>
                </a:solidFill>
                <a:latin typeface="+mn-lt"/>
              </a:defRPr>
            </a:lvl1pPr>
          </a:lstStyle>
          <a:p>
            <a:pPr>
              <a:defRPr/>
            </a:pPr>
            <a:fld id="{6646576E-E10C-4C06-9E13-AEF2D4E28074}" type="slidenum">
              <a:rPr lang="en-US"/>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rtl="0" fontAlgn="base">
        <a:spcBef>
          <a:spcPct val="0"/>
        </a:spcBef>
        <a:spcAft>
          <a:spcPct val="0"/>
        </a:spcAft>
        <a:defRPr sz="4300" kern="1200">
          <a:solidFill>
            <a:schemeClr val="tx2"/>
          </a:solidFill>
          <a:latin typeface="+mj-lt"/>
          <a:ea typeface="+mj-ea"/>
          <a:cs typeface="+mj-cs"/>
        </a:defRPr>
      </a:lvl1pPr>
      <a:lvl2pPr algn="l" rtl="0" fontAlgn="base">
        <a:spcBef>
          <a:spcPct val="0"/>
        </a:spcBef>
        <a:spcAft>
          <a:spcPct val="0"/>
        </a:spcAft>
        <a:defRPr sz="4300">
          <a:solidFill>
            <a:schemeClr val="tx2"/>
          </a:solidFill>
          <a:latin typeface="Tw Cen MT" panose="020B0602020104020603" pitchFamily="34" charset="0"/>
        </a:defRPr>
      </a:lvl2pPr>
      <a:lvl3pPr algn="l" rtl="0" fontAlgn="base">
        <a:spcBef>
          <a:spcPct val="0"/>
        </a:spcBef>
        <a:spcAft>
          <a:spcPct val="0"/>
        </a:spcAft>
        <a:defRPr sz="4300">
          <a:solidFill>
            <a:schemeClr val="tx2"/>
          </a:solidFill>
          <a:latin typeface="Tw Cen MT" panose="020B0602020104020603" pitchFamily="34" charset="0"/>
        </a:defRPr>
      </a:lvl3pPr>
      <a:lvl4pPr algn="l" rtl="0" fontAlgn="base">
        <a:spcBef>
          <a:spcPct val="0"/>
        </a:spcBef>
        <a:spcAft>
          <a:spcPct val="0"/>
        </a:spcAft>
        <a:defRPr sz="4300">
          <a:solidFill>
            <a:schemeClr val="tx2"/>
          </a:solidFill>
          <a:latin typeface="Tw Cen MT" panose="020B0602020104020603" pitchFamily="34" charset="0"/>
        </a:defRPr>
      </a:lvl4pPr>
      <a:lvl5pPr algn="l" rtl="0" fontAlgn="base">
        <a:spcBef>
          <a:spcPct val="0"/>
        </a:spcBef>
        <a:spcAft>
          <a:spcPct val="0"/>
        </a:spcAft>
        <a:defRPr sz="4300">
          <a:solidFill>
            <a:schemeClr val="tx2"/>
          </a:solidFill>
          <a:latin typeface="Tw Cen MT" panose="020B0602020104020603" pitchFamily="34" charset="0"/>
        </a:defRPr>
      </a:lvl5pPr>
      <a:lvl6pPr marL="456565" algn="l" rtl="0" fontAlgn="base">
        <a:spcBef>
          <a:spcPct val="0"/>
        </a:spcBef>
        <a:spcAft>
          <a:spcPct val="0"/>
        </a:spcAft>
        <a:defRPr sz="4300">
          <a:solidFill>
            <a:schemeClr val="tx2"/>
          </a:solidFill>
          <a:latin typeface="Tw Cen MT" panose="020B0602020104020603" pitchFamily="34" charset="0"/>
        </a:defRPr>
      </a:lvl6pPr>
      <a:lvl7pPr marL="912495" algn="l" rtl="0" fontAlgn="base">
        <a:spcBef>
          <a:spcPct val="0"/>
        </a:spcBef>
        <a:spcAft>
          <a:spcPct val="0"/>
        </a:spcAft>
        <a:defRPr sz="4300">
          <a:solidFill>
            <a:schemeClr val="tx2"/>
          </a:solidFill>
          <a:latin typeface="Tw Cen MT" panose="020B0602020104020603" pitchFamily="34" charset="0"/>
        </a:defRPr>
      </a:lvl7pPr>
      <a:lvl8pPr marL="1369060" algn="l" rtl="0" fontAlgn="base">
        <a:spcBef>
          <a:spcPct val="0"/>
        </a:spcBef>
        <a:spcAft>
          <a:spcPct val="0"/>
        </a:spcAft>
        <a:defRPr sz="4300">
          <a:solidFill>
            <a:schemeClr val="tx2"/>
          </a:solidFill>
          <a:latin typeface="Tw Cen MT" panose="020B0602020104020603" pitchFamily="34" charset="0"/>
        </a:defRPr>
      </a:lvl8pPr>
      <a:lvl9pPr marL="1825625" algn="l" rtl="0" fontAlgn="base">
        <a:spcBef>
          <a:spcPct val="0"/>
        </a:spcBef>
        <a:spcAft>
          <a:spcPct val="0"/>
        </a:spcAft>
        <a:defRPr sz="4300">
          <a:solidFill>
            <a:schemeClr val="tx2"/>
          </a:solidFill>
          <a:latin typeface="Tw Cen MT" panose="020B0602020104020603" pitchFamily="34" charset="0"/>
        </a:defRPr>
      </a:lvl9pPr>
    </p:titleStyle>
    <p:bodyStyle>
      <a:lvl1pPr marL="318770" indent="-318770" algn="l" rtl="0" fontAlgn="base">
        <a:spcBef>
          <a:spcPts val="700"/>
        </a:spcBef>
        <a:spcAft>
          <a:spcPct val="0"/>
        </a:spcAft>
        <a:buClr>
          <a:schemeClr val="accent2"/>
        </a:buClr>
        <a:buSzPct val="60000"/>
        <a:buFont typeface="Wingdings" panose="05000000000000000000" pitchFamily="2" charset="2"/>
        <a:buChar char=""/>
        <a:defRPr sz="2900" kern="1200">
          <a:solidFill>
            <a:schemeClr val="tx1"/>
          </a:solidFill>
          <a:latin typeface="+mn-lt"/>
          <a:ea typeface="+mn-ea"/>
          <a:cs typeface="+mn-cs"/>
        </a:defRPr>
      </a:lvl1pPr>
      <a:lvl2pPr marL="638810" indent="-272415" algn="l" rtl="0" fontAlgn="base">
        <a:spcBef>
          <a:spcPts val="550"/>
        </a:spcBef>
        <a:spcAft>
          <a:spcPct val="0"/>
        </a:spcAft>
        <a:buClr>
          <a:schemeClr val="accent1"/>
        </a:buClr>
        <a:buSzPct val="70000"/>
        <a:buFont typeface="Wingdings 2" panose="05020102010507070707" pitchFamily="18" charset="2"/>
        <a:buChar char=""/>
        <a:defRPr sz="2700" kern="1200">
          <a:solidFill>
            <a:schemeClr val="tx1"/>
          </a:solidFill>
          <a:latin typeface="+mn-lt"/>
          <a:ea typeface="+mn-ea"/>
          <a:cs typeface="+mn-cs"/>
        </a:defRPr>
      </a:lvl2pPr>
      <a:lvl3pPr marL="912495" indent="-227965" algn="l" rtl="0" fontAlgn="base">
        <a:spcBef>
          <a:spcPts val="500"/>
        </a:spcBef>
        <a:spcAft>
          <a:spcPct val="0"/>
        </a:spcAft>
        <a:buClr>
          <a:schemeClr val="accent2"/>
        </a:buClr>
        <a:buSzPct val="75000"/>
        <a:buFont typeface="Wingdings" panose="05000000000000000000" pitchFamily="2" charset="2"/>
        <a:buChar char=""/>
        <a:defRPr sz="2300" kern="1200">
          <a:solidFill>
            <a:schemeClr val="tx1"/>
          </a:solidFill>
          <a:latin typeface="+mn-lt"/>
          <a:ea typeface="+mn-ea"/>
          <a:cs typeface="+mn-cs"/>
        </a:defRPr>
      </a:lvl3pPr>
      <a:lvl4pPr marL="1369060" indent="-227965" algn="l" rtl="0" fontAlgn="base">
        <a:spcBef>
          <a:spcPts val="400"/>
        </a:spcBef>
        <a:spcAft>
          <a:spcPct val="0"/>
        </a:spcAft>
        <a:buClr>
          <a:srgbClr val="A5AB81"/>
        </a:buClr>
        <a:buSzPct val="75000"/>
        <a:buFont typeface="Wingdings" panose="05000000000000000000" pitchFamily="2" charset="2"/>
        <a:buChar char=""/>
        <a:defRPr sz="2100" kern="1200">
          <a:solidFill>
            <a:schemeClr val="tx1"/>
          </a:solidFill>
          <a:latin typeface="+mn-lt"/>
          <a:ea typeface="+mn-ea"/>
          <a:cs typeface="+mn-cs"/>
        </a:defRPr>
      </a:lvl4pPr>
      <a:lvl5pPr marL="1825625" indent="-227965" algn="l" rtl="0" fontAlgn="base">
        <a:spcBef>
          <a:spcPts val="400"/>
        </a:spcBef>
        <a:spcAft>
          <a:spcPct val="0"/>
        </a:spcAft>
        <a:buClr>
          <a:srgbClr val="D8B25C"/>
        </a:buClr>
        <a:buSzPct val="65000"/>
        <a:buFont typeface="Wingdings" panose="05000000000000000000" pitchFamily="2" charset="2"/>
        <a:buChar char=""/>
        <a:defRPr sz="2100" kern="1200">
          <a:solidFill>
            <a:schemeClr val="tx1"/>
          </a:solidFill>
          <a:latin typeface="+mn-lt"/>
          <a:ea typeface="+mn-ea"/>
          <a:cs typeface="+mn-cs"/>
        </a:defRPr>
      </a:lvl5pPr>
      <a:lvl6pPr marL="2099310" indent="-227965" algn="l" rtl="0" eaLnBrk="1" latinLnBrk="0" hangingPunct="1">
        <a:spcBef>
          <a:spcPct val="20000"/>
        </a:spcBef>
        <a:buClr>
          <a:schemeClr val="accent1"/>
        </a:buClr>
        <a:buFont typeface="Wingdings" panose="05000000000000000000"/>
        <a:buChar char="§"/>
        <a:defRPr kumimoji="0" sz="1800" kern="1200" baseline="0">
          <a:solidFill>
            <a:schemeClr val="tx1"/>
          </a:solidFill>
          <a:latin typeface="+mn-lt"/>
          <a:ea typeface="+mn-ea"/>
          <a:cs typeface="+mn-cs"/>
        </a:defRPr>
      </a:lvl6pPr>
      <a:lvl7pPr marL="2372995" indent="-227965" algn="l" rtl="0" eaLnBrk="1" latinLnBrk="0" hangingPunct="1">
        <a:spcBef>
          <a:spcPct val="20000"/>
        </a:spcBef>
        <a:buClr>
          <a:schemeClr val="accent2"/>
        </a:buClr>
        <a:buFont typeface="Wingdings" panose="05000000000000000000"/>
        <a:buChar char="§"/>
        <a:defRPr kumimoji="0" sz="1800" kern="1200" baseline="0">
          <a:solidFill>
            <a:schemeClr val="tx1"/>
          </a:solidFill>
          <a:latin typeface="+mn-lt"/>
          <a:ea typeface="+mn-ea"/>
          <a:cs typeface="+mn-cs"/>
        </a:defRPr>
      </a:lvl7pPr>
      <a:lvl8pPr marL="2646680" indent="-227965" algn="l" rtl="0" eaLnBrk="1" latinLnBrk="0" hangingPunct="1">
        <a:spcBef>
          <a:spcPct val="20000"/>
        </a:spcBef>
        <a:buClr>
          <a:schemeClr val="accent3"/>
        </a:buClr>
        <a:buFont typeface="Wingdings" panose="05000000000000000000"/>
        <a:buChar char="§"/>
        <a:defRPr kumimoji="0" sz="1800" kern="1200" baseline="0">
          <a:solidFill>
            <a:schemeClr val="tx1"/>
          </a:solidFill>
          <a:latin typeface="+mn-lt"/>
          <a:ea typeface="+mn-ea"/>
          <a:cs typeface="+mn-cs"/>
        </a:defRPr>
      </a:lvl8pPr>
      <a:lvl9pPr marL="2921000" indent="-227965" algn="l" rtl="0" eaLnBrk="1" latinLnBrk="0" hangingPunct="1">
        <a:spcBef>
          <a:spcPct val="20000"/>
        </a:spcBef>
        <a:buClr>
          <a:schemeClr val="accent4"/>
        </a:buClr>
        <a:buFont typeface="Wingdings" panose="05000000000000000000"/>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6565" algn="l" rtl="0" eaLnBrk="1" latinLnBrk="0" hangingPunct="1">
        <a:defRPr kumimoji="0" kern="1200">
          <a:solidFill>
            <a:schemeClr val="tx1"/>
          </a:solidFill>
          <a:latin typeface="+mn-lt"/>
          <a:ea typeface="+mn-ea"/>
          <a:cs typeface="+mn-cs"/>
        </a:defRPr>
      </a:lvl2pPr>
      <a:lvl3pPr marL="912495" algn="l" rtl="0" eaLnBrk="1" latinLnBrk="0" hangingPunct="1">
        <a:defRPr kumimoji="0" kern="1200">
          <a:solidFill>
            <a:schemeClr val="tx1"/>
          </a:solidFill>
          <a:latin typeface="+mn-lt"/>
          <a:ea typeface="+mn-ea"/>
          <a:cs typeface="+mn-cs"/>
        </a:defRPr>
      </a:lvl3pPr>
      <a:lvl4pPr marL="1369060" algn="l" rtl="0" eaLnBrk="1" latinLnBrk="0" hangingPunct="1">
        <a:defRPr kumimoji="0" kern="1200">
          <a:solidFill>
            <a:schemeClr val="tx1"/>
          </a:solidFill>
          <a:latin typeface="+mn-lt"/>
          <a:ea typeface="+mn-ea"/>
          <a:cs typeface="+mn-cs"/>
        </a:defRPr>
      </a:lvl4pPr>
      <a:lvl5pPr marL="1825625" algn="l" rtl="0" eaLnBrk="1" latinLnBrk="0" hangingPunct="1">
        <a:defRPr kumimoji="0" kern="1200">
          <a:solidFill>
            <a:schemeClr val="tx1"/>
          </a:solidFill>
          <a:latin typeface="+mn-lt"/>
          <a:ea typeface="+mn-ea"/>
          <a:cs typeface="+mn-cs"/>
        </a:defRPr>
      </a:lvl5pPr>
      <a:lvl6pPr marL="2281555" algn="l" rtl="0" eaLnBrk="1" latinLnBrk="0" hangingPunct="1">
        <a:defRPr kumimoji="0" kern="1200">
          <a:solidFill>
            <a:schemeClr val="tx1"/>
          </a:solidFill>
          <a:latin typeface="+mn-lt"/>
          <a:ea typeface="+mn-ea"/>
          <a:cs typeface="+mn-cs"/>
        </a:defRPr>
      </a:lvl6pPr>
      <a:lvl7pPr marL="2738120" algn="l" rtl="0" eaLnBrk="1" latinLnBrk="0" hangingPunct="1">
        <a:defRPr kumimoji="0" kern="1200">
          <a:solidFill>
            <a:schemeClr val="tx1"/>
          </a:solidFill>
          <a:latin typeface="+mn-lt"/>
          <a:ea typeface="+mn-ea"/>
          <a:cs typeface="+mn-cs"/>
        </a:defRPr>
      </a:lvl7pPr>
      <a:lvl8pPr marL="3194685" algn="l" rtl="0" eaLnBrk="1" latinLnBrk="0" hangingPunct="1">
        <a:defRPr kumimoji="0" kern="1200">
          <a:solidFill>
            <a:schemeClr val="tx1"/>
          </a:solidFill>
          <a:latin typeface="+mn-lt"/>
          <a:ea typeface="+mn-ea"/>
          <a:cs typeface="+mn-cs"/>
        </a:defRPr>
      </a:lvl8pPr>
      <a:lvl9pPr marL="3650615"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90500" y="175846"/>
            <a:ext cx="8839200" cy="4396154"/>
          </a:xfrm>
        </p:spPr>
        <p:txBody>
          <a:bodyPr>
            <a:noAutofit/>
          </a:bodyPr>
          <a:lstStyle/>
          <a:p>
            <a:pPr algn="ctr">
              <a:defRPr/>
            </a:pPr>
            <a:r>
              <a:rPr lang="en-US" sz="2900" b="1" dirty="0" smtClean="0">
                <a:latin typeface="Cambria" panose="02040503050406030204" pitchFamily="18" charset="0"/>
                <a:cs typeface="Times New Roman" panose="02020603050405020304" pitchFamily="18" charset="0"/>
              </a:rPr>
              <a:t>Data Structures (</a:t>
            </a:r>
            <a:r>
              <a:rPr lang="en-US" sz="2800" b="1" dirty="0" smtClean="0">
                <a:latin typeface="Cambria" panose="02040503050406030204" pitchFamily="18" charset="0"/>
                <a:cs typeface="Times New Roman" panose="02020603050405020304" pitchFamily="18" charset="0"/>
              </a:rPr>
              <a:t>CS 21001</a:t>
            </a:r>
            <a:r>
              <a:rPr lang="en-US" sz="2900" b="1" dirty="0" smtClean="0">
                <a:latin typeface="Cambria" panose="02040503050406030204" pitchFamily="18" charset="0"/>
                <a:cs typeface="Times New Roman" panose="02020603050405020304" pitchFamily="18" charset="0"/>
              </a:rPr>
              <a:t>)</a:t>
            </a:r>
            <a:endParaRPr lang="en-US" sz="2900" b="1" dirty="0" smtClean="0">
              <a:latin typeface="Cambria" panose="02040503050406030204" pitchFamily="18" charset="0"/>
              <a:cs typeface="Times New Roman" panose="02020603050405020304" pitchFamily="18" charset="0"/>
            </a:endParaRPr>
          </a:p>
          <a:p>
            <a:pPr algn="ctr">
              <a:defRPr/>
            </a:pPr>
            <a:endParaRPr lang="en-US" sz="1700" b="1" dirty="0" smtClean="0">
              <a:latin typeface="Cambria" panose="02040503050406030204" pitchFamily="18" charset="0"/>
              <a:cs typeface="Times New Roman" panose="02020603050405020304" pitchFamily="18" charset="0"/>
            </a:endParaRPr>
          </a:p>
          <a:p>
            <a:pPr algn="ctr">
              <a:defRPr/>
            </a:pPr>
            <a:r>
              <a:rPr lang="en-US" sz="3900" b="1" dirty="0" smtClean="0">
                <a:latin typeface="Cambria" panose="02040503050406030204" pitchFamily="18" charset="0"/>
                <a:cs typeface="Times New Roman" panose="02020603050405020304" pitchFamily="18" charset="0"/>
              </a:rPr>
              <a:t>KALINGA INSTITUTE OF INDUSTRIAL TECHNOLOGY</a:t>
            </a:r>
            <a:endParaRPr lang="en-US" sz="3900" b="1" dirty="0" smtClean="0">
              <a:latin typeface="Cambria" panose="02040503050406030204" pitchFamily="18" charset="0"/>
              <a:cs typeface="Times New Roman" panose="02020603050405020304" pitchFamily="18" charset="0"/>
            </a:endParaRPr>
          </a:p>
          <a:p>
            <a:pPr algn="ctr">
              <a:defRPr/>
            </a:pPr>
            <a:endParaRPr lang="en-US" sz="1100" b="1" dirty="0" smtClean="0">
              <a:latin typeface="Cambria" panose="02040503050406030204" pitchFamily="18" charset="0"/>
              <a:cs typeface="Times New Roman" panose="02020603050405020304" pitchFamily="18" charset="0"/>
            </a:endParaRPr>
          </a:p>
          <a:p>
            <a:pPr algn="ctr">
              <a:defRPr/>
            </a:pPr>
            <a:r>
              <a:rPr lang="en-US" sz="1900" b="1" dirty="0" smtClean="0">
                <a:latin typeface="Cambria" panose="02040503050406030204" pitchFamily="18" charset="0"/>
                <a:cs typeface="Times New Roman" panose="02020603050405020304" pitchFamily="18" charset="0"/>
              </a:rPr>
              <a:t> </a:t>
            </a:r>
            <a:endParaRPr lang="en-US" sz="1900" b="1" dirty="0" smtClean="0">
              <a:latin typeface="Cambria" panose="02040503050406030204" pitchFamily="18" charset="0"/>
              <a:cs typeface="Times New Roman" panose="02020603050405020304" pitchFamily="18" charset="0"/>
            </a:endParaRPr>
          </a:p>
          <a:p>
            <a:pPr algn="ctr">
              <a:defRPr/>
            </a:pPr>
            <a:r>
              <a:rPr lang="en-US" sz="1900" b="1" dirty="0" smtClean="0">
                <a:latin typeface="Cambria" panose="02040503050406030204" pitchFamily="18" charset="0"/>
                <a:cs typeface="Times New Roman" panose="02020603050405020304" pitchFamily="18" charset="0"/>
              </a:rPr>
              <a:t> </a:t>
            </a:r>
            <a:r>
              <a:rPr lang="en-US" sz="3900" b="1" dirty="0" smtClean="0">
                <a:latin typeface="Cambria" panose="02040503050406030204" pitchFamily="18" charset="0"/>
                <a:cs typeface="Times New Roman" panose="02020603050405020304" pitchFamily="18" charset="0"/>
              </a:rPr>
              <a:t>School of Computer Engineering</a:t>
            </a:r>
            <a:endParaRPr lang="en-US" sz="1900" b="1" dirty="0" smtClean="0">
              <a:latin typeface="Cambria" panose="02040503050406030204" pitchFamily="18" charset="0"/>
              <a:cs typeface="Times New Roman" panose="02020603050405020304" pitchFamily="18" charset="0"/>
            </a:endParaRPr>
          </a:p>
          <a:p>
            <a:pPr algn="ctr">
              <a:defRPr/>
            </a:pPr>
            <a:endParaRPr lang="en-US" sz="1200" b="1" dirty="0" smtClean="0">
              <a:latin typeface="Cambria" panose="02040503050406030204" pitchFamily="18" charset="0"/>
              <a:cs typeface="Times New Roman" panose="02020603050405020304" pitchFamily="18" charset="0"/>
            </a:endParaRPr>
          </a:p>
        </p:txBody>
      </p:sp>
      <p:pic>
        <p:nvPicPr>
          <p:cNvPr id="140290" name="Picture 2" descr="http://www.entranceforms.com/libs/img/logos/kiit0712.logo.jpg"/>
          <p:cNvPicPr>
            <a:picLocks noChangeAspect="1" noChangeArrowheads="1"/>
          </p:cNvPicPr>
          <p:nvPr/>
        </p:nvPicPr>
        <p:blipFill>
          <a:blip r:embed="rId1" cstate="print"/>
          <a:srcRect/>
          <a:stretch>
            <a:fillRect/>
          </a:stretch>
        </p:blipFill>
        <p:spPr bwMode="auto">
          <a:xfrm>
            <a:off x="3733800" y="4267200"/>
            <a:ext cx="1943100" cy="1367352"/>
          </a:xfrm>
          <a:prstGeom prst="rect">
            <a:avLst/>
          </a:prstGeom>
          <a:noFill/>
        </p:spPr>
      </p:pic>
      <p:sp>
        <p:nvSpPr>
          <p:cNvPr id="5" name="TextBox 4"/>
          <p:cNvSpPr txBox="1"/>
          <p:nvPr/>
        </p:nvSpPr>
        <p:spPr>
          <a:xfrm>
            <a:off x="262468" y="6112934"/>
            <a:ext cx="1627305" cy="584775"/>
          </a:xfrm>
          <a:prstGeom prst="rect">
            <a:avLst/>
          </a:prstGeom>
          <a:noFill/>
        </p:spPr>
        <p:txBody>
          <a:bodyPr wrap="none" rtlCol="0">
            <a:spAutoFit/>
          </a:bodyPr>
          <a:lstStyle/>
          <a:p>
            <a:r>
              <a:rPr lang="en-US" sz="3200" b="1" i="1" dirty="0" smtClean="0">
                <a:latin typeface="Cambria" panose="02040503050406030204" pitchFamily="18" charset="0"/>
              </a:rPr>
              <a:t>4 Credit</a:t>
            </a:r>
            <a:endParaRPr lang="en-US" sz="3200" b="1" i="1" dirty="0">
              <a:latin typeface="Cambria" panose="02040503050406030204" pitchFamily="18" charset="0"/>
            </a:endParaRPr>
          </a:p>
        </p:txBody>
      </p:sp>
      <p:sp>
        <p:nvSpPr>
          <p:cNvPr id="6" name="TextBox 5"/>
          <p:cNvSpPr txBox="1"/>
          <p:nvPr/>
        </p:nvSpPr>
        <p:spPr>
          <a:xfrm>
            <a:off x="4343400" y="6095424"/>
            <a:ext cx="2505366" cy="584775"/>
          </a:xfrm>
          <a:prstGeom prst="rect">
            <a:avLst/>
          </a:prstGeom>
          <a:noFill/>
        </p:spPr>
        <p:txBody>
          <a:bodyPr wrap="none" rtlCol="0">
            <a:spAutoFit/>
          </a:bodyPr>
          <a:lstStyle/>
          <a:p>
            <a:r>
              <a:rPr lang="en-US" sz="3200" b="1" i="1" dirty="0" smtClean="0">
                <a:latin typeface="Cambria" panose="02040503050406030204" pitchFamily="18" charset="0"/>
              </a:rPr>
              <a:t>Lecture Note</a:t>
            </a:r>
            <a:endParaRPr lang="en-US" sz="3200" b="1" i="1" dirty="0">
              <a:latin typeface="Cambria" panose="02040503050406030204" pitchFamily="18" charset="0"/>
            </a:endParaRPr>
          </a:p>
        </p:txBody>
      </p:sp>
      <p:sp>
        <p:nvSpPr>
          <p:cNvPr id="7" name="TextBox 6"/>
          <p:cNvSpPr txBox="1"/>
          <p:nvPr/>
        </p:nvSpPr>
        <p:spPr>
          <a:xfrm>
            <a:off x="287869" y="5647267"/>
            <a:ext cx="8686799" cy="292388"/>
          </a:xfrm>
          <a:prstGeom prst="rect">
            <a:avLst/>
          </a:prstGeom>
          <a:noFill/>
        </p:spPr>
        <p:txBody>
          <a:bodyPr wrap="square" rtlCol="0">
            <a:spAutoFit/>
          </a:bodyPr>
          <a:lstStyle/>
          <a:p>
            <a:r>
              <a:rPr lang="en-US" sz="1300" b="1" dirty="0" smtClean="0">
                <a:latin typeface="Cambria" panose="02040503050406030204" pitchFamily="18" charset="0"/>
                <a:cs typeface="Times New Roman" panose="02020603050405020304" pitchFamily="18" charset="0"/>
              </a:rPr>
              <a:t>Strictly for internal circulation (within KIIT) and reference only. Not for outside circulation without permission</a:t>
            </a:r>
            <a:endParaRPr lang="en-US" sz="1300" b="1" dirty="0" smtClean="0">
              <a:latin typeface="Cambria" panose="020405030504060302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www.entranceforms.com/libs/img/logos/kiit0712.logo.jpg"/>
          <p:cNvPicPr>
            <a:picLocks noChangeAspect="1" noChangeArrowheads="1"/>
          </p:cNvPicPr>
          <p:nvPr/>
        </p:nvPicPr>
        <p:blipFill>
          <a:blip r:embed="rId1" cstate="print"/>
          <a:srcRect l="7585" b="3870"/>
          <a:stretch>
            <a:fillRect/>
          </a:stretch>
        </p:blipFill>
        <p:spPr bwMode="auto">
          <a:xfrm>
            <a:off x="8153403" y="533400"/>
            <a:ext cx="928396" cy="685800"/>
          </a:xfrm>
          <a:prstGeom prst="rect">
            <a:avLst/>
          </a:prstGeom>
          <a:noFill/>
        </p:spPr>
      </p:pic>
      <p:sp>
        <p:nvSpPr>
          <p:cNvPr id="5" name="Footer Placeholder 3"/>
          <p:cNvSpPr>
            <a:spLocks noGrp="1"/>
          </p:cNvSpPr>
          <p:nvPr>
            <p:ph type="ftr" sz="quarter" idx="11"/>
          </p:nvPr>
        </p:nvSpPr>
        <p:spPr bwMode="auto">
          <a:xfrm>
            <a:off x="609600" y="6506310"/>
            <a:ext cx="8115300" cy="316523"/>
          </a:xfrm>
          <a:solidFill>
            <a:srgbClr val="008000"/>
          </a:solidFill>
          <a:ln>
            <a:solidFill>
              <a:srgbClr val="00B050"/>
            </a:solidFill>
            <a:miter lim="800000"/>
          </a:ln>
        </p:spPr>
        <p:txBody>
          <a:bodyPr wrap="square" lIns="91258" tIns="45628" rIns="91258" bIns="45628" numCol="1" anchorCtr="0" compatLnSpc="1"/>
          <a:lstStyle/>
          <a:p>
            <a:pPr algn="ctr"/>
            <a:r>
              <a:rPr lang="en-US" sz="2200" b="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a:t>School of Computer Engineering</a:t>
            </a:r>
            <a:endParaRPr lang="en-US" sz="1900" dirty="0">
              <a:solidFill>
                <a:schemeClr val="bg1"/>
              </a:solidFill>
              <a:latin typeface="Cambria Math" panose="02040503050406030204" pitchFamily="18" charset="0"/>
              <a:ea typeface="Cambria Math" panose="02040503050406030204" pitchFamily="18" charset="0"/>
            </a:endParaRPr>
          </a:p>
        </p:txBody>
      </p:sp>
      <p:sp>
        <p:nvSpPr>
          <p:cNvPr id="7" name="TextBox 6"/>
          <p:cNvSpPr txBox="1"/>
          <p:nvPr/>
        </p:nvSpPr>
        <p:spPr>
          <a:xfrm>
            <a:off x="77969" y="1413338"/>
            <a:ext cx="8837431" cy="2274341"/>
          </a:xfrm>
          <a:prstGeom prst="rect">
            <a:avLst/>
          </a:prstGeom>
          <a:noFill/>
          <a:ln>
            <a:noFill/>
            <a:prstDash val="sysDash"/>
          </a:ln>
        </p:spPr>
        <p:txBody>
          <a:bodyPr wrap="square" rtlCol="0">
            <a:spAutoFit/>
          </a:bodyPr>
          <a:lstStyle/>
          <a:p>
            <a:pPr algn="just">
              <a:lnSpc>
                <a:spcPct val="120000"/>
              </a:lnSpc>
              <a:buClr>
                <a:srgbClr val="C00000"/>
              </a:buClr>
              <a:buSzPct val="80000"/>
            </a:pPr>
            <a:r>
              <a:rPr lang="en-US" sz="2000" dirty="0" smtClean="0">
                <a:latin typeface="Cambria" panose="02040503050406030204" pitchFamily="18" charset="0"/>
              </a:rPr>
              <a:t>For the purpose of dynamic storage allocation, memory is viewed as a single array broken into a series of variable-size blocks, where some of the blocks are free blocks and some are reserved blocks or already allocated. The free blocks are linked together to form a freelist used for servicing future memory requests. This figure illustrates the situation that can arise after a series of memory allocations and deallocations.</a:t>
            </a:r>
            <a:endParaRPr lang="en-US" sz="2000" dirty="0" smtClean="0">
              <a:latin typeface="Cambria" panose="02040503050406030204" pitchFamily="18" charset="0"/>
            </a:endParaRPr>
          </a:p>
        </p:txBody>
      </p:sp>
      <p:sp>
        <p:nvSpPr>
          <p:cNvPr id="9" name="Slide Number Placeholder 8"/>
          <p:cNvSpPr>
            <a:spLocks noGrp="1"/>
          </p:cNvSpPr>
          <p:nvPr>
            <p:ph type="sldNum" sz="quarter" idx="12"/>
          </p:nvPr>
        </p:nvSpPr>
        <p:spPr/>
        <p:txBody>
          <a:bodyPr>
            <a:normAutofit fontScale="85000" lnSpcReduction="20000"/>
          </a:bodyPr>
          <a:lstStyle/>
          <a:p>
            <a:pPr>
              <a:defRPr/>
            </a:pPr>
            <a:fld id="{F22323B9-1D87-4D56-A1A0-9DA960EA2996}" type="slidenum">
              <a:rPr lang="en-US" smtClean="0"/>
            </a:fld>
            <a:endParaRPr lang="en-US" dirty="0"/>
          </a:p>
        </p:txBody>
      </p:sp>
      <p:sp>
        <p:nvSpPr>
          <p:cNvPr id="10" name="Title 1"/>
          <p:cNvSpPr>
            <a:spLocks noGrp="1"/>
          </p:cNvSpPr>
          <p:nvPr>
            <p:ph type="title"/>
          </p:nvPr>
        </p:nvSpPr>
        <p:spPr>
          <a:xfrm>
            <a:off x="-25413" y="228600"/>
            <a:ext cx="8153400" cy="990600"/>
          </a:xfrm>
        </p:spPr>
        <p:txBody>
          <a:bodyPr/>
          <a:lstStyle/>
          <a:p>
            <a:r>
              <a:rPr lang="en-US" b="1" dirty="0" smtClean="0">
                <a:solidFill>
                  <a:schemeClr val="tx1"/>
                </a:solidFill>
                <a:latin typeface="Cambria" panose="02040503050406030204" pitchFamily="18" charset="0"/>
              </a:rPr>
              <a:t>Dynamic Storage Management</a:t>
            </a:r>
            <a:endParaRPr lang="en-US" b="1" dirty="0" smtClean="0">
              <a:solidFill>
                <a:schemeClr val="tx1"/>
              </a:solidFill>
              <a:latin typeface="Cambria" panose="02040503050406030204" pitchFamily="18" charset="0"/>
            </a:endParaRPr>
          </a:p>
        </p:txBody>
      </p:sp>
      <p:pic>
        <p:nvPicPr>
          <p:cNvPr id="2" name="Picture 2"/>
          <p:cNvPicPr>
            <a:picLocks noChangeAspect="1" noChangeArrowheads="1"/>
          </p:cNvPicPr>
          <p:nvPr/>
        </p:nvPicPr>
        <p:blipFill>
          <a:blip r:embed="rId2">
            <a:lum bright="11000"/>
          </a:blip>
          <a:srcRect/>
          <a:stretch>
            <a:fillRect/>
          </a:stretch>
        </p:blipFill>
        <p:spPr bwMode="auto">
          <a:xfrm>
            <a:off x="1203260" y="3854282"/>
            <a:ext cx="6800850" cy="819150"/>
          </a:xfrm>
          <a:prstGeom prst="rect">
            <a:avLst/>
          </a:prstGeom>
          <a:noFill/>
          <a:ln w="9525">
            <a:noFill/>
            <a:miter lim="800000"/>
            <a:headEnd/>
            <a:tailEnd/>
          </a:ln>
          <a:effectLst/>
        </p:spPr>
      </p:pic>
      <p:sp>
        <p:nvSpPr>
          <p:cNvPr id="11" name="TextBox 10"/>
          <p:cNvSpPr txBox="1"/>
          <p:nvPr/>
        </p:nvSpPr>
        <p:spPr>
          <a:xfrm>
            <a:off x="276439" y="4844882"/>
            <a:ext cx="8190127" cy="1015663"/>
          </a:xfrm>
          <a:prstGeom prst="rect">
            <a:avLst/>
          </a:prstGeom>
          <a:noFill/>
        </p:spPr>
        <p:txBody>
          <a:bodyPr wrap="none" rtlCol="0">
            <a:spAutoFit/>
          </a:bodyPr>
          <a:lstStyle/>
          <a:p>
            <a:r>
              <a:rPr lang="en-US" sz="2000" dirty="0" smtClean="0">
                <a:latin typeface="Cambria" panose="02040503050406030204" pitchFamily="18" charset="0"/>
              </a:rPr>
              <a:t>**</a:t>
            </a:r>
            <a:endParaRPr lang="en-US" sz="2000" dirty="0" smtClean="0">
              <a:latin typeface="Cambria" panose="02040503050406030204" pitchFamily="18" charset="0"/>
            </a:endParaRPr>
          </a:p>
          <a:p>
            <a:r>
              <a:rPr lang="en-US" sz="2000" dirty="0" smtClean="0">
                <a:latin typeface="Cambria" panose="02040503050406030204" pitchFamily="18" charset="0"/>
              </a:rPr>
              <a:t>Shaded areas represent memory currently allocated.</a:t>
            </a:r>
            <a:endParaRPr lang="en-US" sz="2000" dirty="0" smtClean="0">
              <a:latin typeface="Cambria" panose="02040503050406030204" pitchFamily="18" charset="0"/>
            </a:endParaRPr>
          </a:p>
          <a:p>
            <a:r>
              <a:rPr lang="en-US" sz="2000" dirty="0" err="1" smtClean="0">
                <a:latin typeface="Cambria" panose="02040503050406030204" pitchFamily="18" charset="0"/>
              </a:rPr>
              <a:t>Unshaded</a:t>
            </a:r>
            <a:r>
              <a:rPr lang="en-US" sz="2000" dirty="0" smtClean="0">
                <a:latin typeface="Cambria" panose="02040503050406030204" pitchFamily="18" charset="0"/>
              </a:rPr>
              <a:t> areas represent unused memory available for future allocation.</a:t>
            </a:r>
            <a:endParaRPr lang="en-US" sz="2000" dirty="0" smtClean="0">
              <a:latin typeface="Cambria" panose="02040503050406030204" pitchFamily="18" charset="0"/>
            </a:endParaRPr>
          </a:p>
        </p:txBody>
      </p:sp>
      <p:cxnSp>
        <p:nvCxnSpPr>
          <p:cNvPr id="13" name="Straight Arrow Connector 12"/>
          <p:cNvCxnSpPr/>
          <p:nvPr/>
        </p:nvCxnSpPr>
        <p:spPr>
          <a:xfrm rot="5400000" flipH="1" flipV="1">
            <a:off x="1203260" y="4540082"/>
            <a:ext cx="838200" cy="53340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1360967" y="4306213"/>
            <a:ext cx="2667000" cy="91440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rot="5400000" flipH="1" flipV="1">
            <a:off x="6934181" y="4616301"/>
            <a:ext cx="1127098" cy="66986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16200000" flipV="1">
            <a:off x="6438881" y="4790861"/>
            <a:ext cx="1127098" cy="32074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10800000">
            <a:off x="5165660" y="4463882"/>
            <a:ext cx="1997140" cy="1050898"/>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www.entranceforms.com/libs/img/logos/kiit0712.logo.jpg"/>
          <p:cNvPicPr>
            <a:picLocks noChangeAspect="1" noChangeArrowheads="1"/>
          </p:cNvPicPr>
          <p:nvPr/>
        </p:nvPicPr>
        <p:blipFill>
          <a:blip r:embed="rId1" cstate="print"/>
          <a:srcRect l="7585" b="3870"/>
          <a:stretch>
            <a:fillRect/>
          </a:stretch>
        </p:blipFill>
        <p:spPr bwMode="auto">
          <a:xfrm>
            <a:off x="8153403" y="533400"/>
            <a:ext cx="928396" cy="685800"/>
          </a:xfrm>
          <a:prstGeom prst="rect">
            <a:avLst/>
          </a:prstGeom>
          <a:noFill/>
        </p:spPr>
      </p:pic>
      <p:sp>
        <p:nvSpPr>
          <p:cNvPr id="5" name="Footer Placeholder 3"/>
          <p:cNvSpPr>
            <a:spLocks noGrp="1"/>
          </p:cNvSpPr>
          <p:nvPr>
            <p:ph type="ftr" sz="quarter" idx="11"/>
          </p:nvPr>
        </p:nvSpPr>
        <p:spPr bwMode="auto">
          <a:xfrm>
            <a:off x="609600" y="6506310"/>
            <a:ext cx="8115300" cy="316523"/>
          </a:xfrm>
          <a:solidFill>
            <a:srgbClr val="008000"/>
          </a:solidFill>
          <a:ln>
            <a:solidFill>
              <a:srgbClr val="00B050"/>
            </a:solidFill>
            <a:miter lim="800000"/>
          </a:ln>
        </p:spPr>
        <p:txBody>
          <a:bodyPr wrap="square" lIns="91258" tIns="45628" rIns="91258" bIns="45628" numCol="1" anchorCtr="0" compatLnSpc="1"/>
          <a:lstStyle/>
          <a:p>
            <a:pPr algn="ctr"/>
            <a:r>
              <a:rPr lang="en-US" sz="2200" b="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a:t>School of Computer Engineering</a:t>
            </a:r>
            <a:endParaRPr lang="en-US" sz="1900" dirty="0">
              <a:solidFill>
                <a:schemeClr val="bg1"/>
              </a:solidFill>
              <a:latin typeface="Cambria Math" panose="02040503050406030204" pitchFamily="18" charset="0"/>
              <a:ea typeface="Cambria Math" panose="02040503050406030204" pitchFamily="18" charset="0"/>
            </a:endParaRPr>
          </a:p>
        </p:txBody>
      </p:sp>
      <p:sp>
        <p:nvSpPr>
          <p:cNvPr id="7" name="TextBox 6"/>
          <p:cNvSpPr txBox="1"/>
          <p:nvPr/>
        </p:nvSpPr>
        <p:spPr>
          <a:xfrm>
            <a:off x="67336" y="2417134"/>
            <a:ext cx="8837431" cy="4121000"/>
          </a:xfrm>
          <a:prstGeom prst="rect">
            <a:avLst/>
          </a:prstGeom>
          <a:noFill/>
          <a:ln>
            <a:noFill/>
            <a:prstDash val="sysDash"/>
          </a:ln>
        </p:spPr>
        <p:txBody>
          <a:bodyPr wrap="square" rtlCol="0">
            <a:spAutoFit/>
          </a:bodyPr>
          <a:lstStyle/>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If there is a request for m words, and no block exists of exactly size m, then a larger block must be used instead. One possibility in this case is that the entire block is given away to the memory allocation request. This might be desirable when the size of the block is only slightly larger than the request. This is because saving a tiny block that is too small to be useful for a future memory request might not be worthwhile. </a:t>
            </a:r>
            <a:endParaRPr lang="en-US" sz="2000"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Alternatively, for a free block of size k, with k&gt;m, up to k−m space may be retained by the memory manager to form a new free block, while the rest is used to service the request.</a:t>
            </a:r>
            <a:endParaRPr lang="en-US" sz="2000"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If no such block is found, then the memory manager must resort to a </a:t>
            </a:r>
            <a:r>
              <a:rPr lang="en-US" sz="2000" b="1" dirty="0" smtClean="0">
                <a:latin typeface="Cambria" panose="02040503050406030204" pitchFamily="18" charset="0"/>
              </a:rPr>
              <a:t>failure policy </a:t>
            </a:r>
            <a:r>
              <a:rPr lang="en-US" sz="2000" dirty="0" smtClean="0">
                <a:latin typeface="Cambria" panose="02040503050406030204" pitchFamily="18" charset="0"/>
              </a:rPr>
              <a:t>such as </a:t>
            </a:r>
            <a:r>
              <a:rPr lang="en-US" sz="2000" b="1" dirty="0" smtClean="0">
                <a:latin typeface="Cambria" panose="02040503050406030204" pitchFamily="18" charset="0"/>
              </a:rPr>
              <a:t>garbage collection</a:t>
            </a:r>
            <a:r>
              <a:rPr lang="en-US" sz="2000" dirty="0" smtClean="0">
                <a:latin typeface="Cambria" panose="02040503050406030204" pitchFamily="18" charset="0"/>
              </a:rPr>
              <a:t>.</a:t>
            </a:r>
            <a:endParaRPr lang="en-US" sz="2000" dirty="0" smtClean="0">
              <a:latin typeface="Cambria" panose="02040503050406030204" pitchFamily="18" charset="0"/>
            </a:endParaRPr>
          </a:p>
        </p:txBody>
      </p:sp>
      <p:sp>
        <p:nvSpPr>
          <p:cNvPr id="9" name="Slide Number Placeholder 8"/>
          <p:cNvSpPr>
            <a:spLocks noGrp="1"/>
          </p:cNvSpPr>
          <p:nvPr>
            <p:ph type="sldNum" sz="quarter" idx="12"/>
          </p:nvPr>
        </p:nvSpPr>
        <p:spPr/>
        <p:txBody>
          <a:bodyPr>
            <a:normAutofit fontScale="85000" lnSpcReduction="20000"/>
          </a:bodyPr>
          <a:lstStyle/>
          <a:p>
            <a:pPr>
              <a:defRPr/>
            </a:pPr>
            <a:fld id="{F22323B9-1D87-4D56-A1A0-9DA960EA2996}" type="slidenum">
              <a:rPr lang="en-US" smtClean="0"/>
            </a:fld>
            <a:endParaRPr lang="en-US" dirty="0"/>
          </a:p>
        </p:txBody>
      </p:sp>
      <p:sp>
        <p:nvSpPr>
          <p:cNvPr id="10" name="Title 1"/>
          <p:cNvSpPr>
            <a:spLocks noGrp="1"/>
          </p:cNvSpPr>
          <p:nvPr>
            <p:ph type="title"/>
          </p:nvPr>
        </p:nvSpPr>
        <p:spPr>
          <a:xfrm>
            <a:off x="-25413" y="228600"/>
            <a:ext cx="8153400" cy="990600"/>
          </a:xfrm>
        </p:spPr>
        <p:txBody>
          <a:bodyPr/>
          <a:lstStyle/>
          <a:p>
            <a:r>
              <a:rPr lang="en-US" sz="3600" b="1" dirty="0" smtClean="0">
                <a:solidFill>
                  <a:schemeClr val="tx1"/>
                </a:solidFill>
                <a:latin typeface="Cambria" panose="02040503050406030204" pitchFamily="18" charset="0"/>
              </a:rPr>
              <a:t>Dynamic Storage Management cont…</a:t>
            </a:r>
            <a:endParaRPr lang="en-US" sz="3600" b="1" dirty="0" smtClean="0">
              <a:solidFill>
                <a:schemeClr val="tx1"/>
              </a:solidFill>
              <a:latin typeface="Cambria" panose="02040503050406030204" pitchFamily="18" charset="0"/>
            </a:endParaRPr>
          </a:p>
        </p:txBody>
      </p:sp>
      <p:pic>
        <p:nvPicPr>
          <p:cNvPr id="14" name="Picture 2"/>
          <p:cNvPicPr>
            <a:picLocks noChangeAspect="1" noChangeArrowheads="1"/>
          </p:cNvPicPr>
          <p:nvPr/>
        </p:nvPicPr>
        <p:blipFill>
          <a:blip r:embed="rId2">
            <a:lum bright="11000"/>
          </a:blip>
          <a:srcRect/>
          <a:stretch>
            <a:fillRect/>
          </a:stretch>
        </p:blipFill>
        <p:spPr bwMode="auto">
          <a:xfrm>
            <a:off x="1219200" y="1676400"/>
            <a:ext cx="6800850" cy="819150"/>
          </a:xfrm>
          <a:prstGeom prst="rect">
            <a:avLst/>
          </a:prstGeom>
          <a:noFill/>
          <a:ln w="9525">
            <a:noFill/>
            <a:miter lim="800000"/>
            <a:headEnd/>
            <a:tailEnd/>
          </a:ln>
          <a:effectLst/>
        </p:spPr>
      </p:pic>
      <p:sp>
        <p:nvSpPr>
          <p:cNvPr id="16" name="TextBox 15"/>
          <p:cNvSpPr txBox="1"/>
          <p:nvPr/>
        </p:nvSpPr>
        <p:spPr>
          <a:xfrm>
            <a:off x="4844901" y="1938668"/>
            <a:ext cx="643125" cy="261610"/>
          </a:xfrm>
          <a:prstGeom prst="rect">
            <a:avLst/>
          </a:prstGeom>
          <a:noFill/>
        </p:spPr>
        <p:txBody>
          <a:bodyPr wrap="none" rtlCol="0">
            <a:spAutoFit/>
          </a:bodyPr>
          <a:lstStyle/>
          <a:p>
            <a:r>
              <a:rPr lang="en-US" sz="1100" dirty="0" smtClean="0">
                <a:latin typeface="Cambria" panose="02040503050406030204" pitchFamily="18" charset="0"/>
              </a:rPr>
              <a:t>&lt;m size</a:t>
            </a:r>
            <a:endParaRPr lang="en-US" sz="1100" dirty="0" smtClean="0">
              <a:latin typeface="Cambria" panose="02040503050406030204" pitchFamily="18" charset="0"/>
            </a:endParaRPr>
          </a:p>
        </p:txBody>
      </p:sp>
      <p:sp>
        <p:nvSpPr>
          <p:cNvPr id="17" name="TextBox 16"/>
          <p:cNvSpPr txBox="1"/>
          <p:nvPr/>
        </p:nvSpPr>
        <p:spPr>
          <a:xfrm>
            <a:off x="6631169" y="1959934"/>
            <a:ext cx="643125" cy="261610"/>
          </a:xfrm>
          <a:prstGeom prst="rect">
            <a:avLst/>
          </a:prstGeom>
          <a:noFill/>
        </p:spPr>
        <p:txBody>
          <a:bodyPr wrap="none" rtlCol="0">
            <a:spAutoFit/>
          </a:bodyPr>
          <a:lstStyle/>
          <a:p>
            <a:r>
              <a:rPr lang="en-US" sz="1100" dirty="0" smtClean="0">
                <a:latin typeface="Cambria" panose="02040503050406030204" pitchFamily="18" charset="0"/>
              </a:rPr>
              <a:t>&lt;m size</a:t>
            </a:r>
            <a:endParaRPr lang="en-US" sz="1100" dirty="0" smtClean="0">
              <a:latin typeface="Cambria" panose="02040503050406030204" pitchFamily="18" charset="0"/>
            </a:endParaRPr>
          </a:p>
        </p:txBody>
      </p:sp>
      <p:sp>
        <p:nvSpPr>
          <p:cNvPr id="19" name="TextBox 18"/>
          <p:cNvSpPr txBox="1"/>
          <p:nvPr/>
        </p:nvSpPr>
        <p:spPr>
          <a:xfrm>
            <a:off x="2418903" y="1895025"/>
            <a:ext cx="893193" cy="430887"/>
          </a:xfrm>
          <a:prstGeom prst="rect">
            <a:avLst/>
          </a:prstGeom>
          <a:noFill/>
        </p:spPr>
        <p:txBody>
          <a:bodyPr wrap="none" rtlCol="0">
            <a:spAutoFit/>
          </a:bodyPr>
          <a:lstStyle/>
          <a:p>
            <a:pPr algn="ctr"/>
            <a:r>
              <a:rPr lang="en-US" sz="1100" dirty="0" smtClean="0">
                <a:latin typeface="Cambria" panose="02040503050406030204" pitchFamily="18" charset="0"/>
              </a:rPr>
              <a:t>Slightly &gt;m </a:t>
            </a:r>
            <a:endParaRPr lang="en-US" sz="1100" dirty="0" smtClean="0">
              <a:latin typeface="Cambria" panose="02040503050406030204" pitchFamily="18" charset="0"/>
            </a:endParaRPr>
          </a:p>
          <a:p>
            <a:pPr algn="ctr"/>
            <a:r>
              <a:rPr lang="en-US" sz="1100" dirty="0" smtClean="0">
                <a:latin typeface="Cambria" panose="02040503050406030204" pitchFamily="18" charset="0"/>
              </a:rPr>
              <a:t>size</a:t>
            </a:r>
            <a:endParaRPr lang="en-US" sz="1100" dirty="0" smtClean="0">
              <a:latin typeface="Cambria" panose="02040503050406030204" pitchFamily="18" charset="0"/>
            </a:endParaRPr>
          </a:p>
        </p:txBody>
      </p:sp>
      <p:sp>
        <p:nvSpPr>
          <p:cNvPr id="20" name="TextBox 19"/>
          <p:cNvSpPr txBox="1"/>
          <p:nvPr/>
        </p:nvSpPr>
        <p:spPr>
          <a:xfrm>
            <a:off x="7634171" y="1956396"/>
            <a:ext cx="685800" cy="261610"/>
          </a:xfrm>
          <a:prstGeom prst="rect">
            <a:avLst/>
          </a:prstGeom>
          <a:noFill/>
        </p:spPr>
        <p:txBody>
          <a:bodyPr wrap="square" rtlCol="0">
            <a:spAutoFit/>
          </a:bodyPr>
          <a:lstStyle/>
          <a:p>
            <a:pPr algn="ctr"/>
            <a:r>
              <a:rPr lang="en-US" sz="1100" dirty="0" smtClean="0">
                <a:latin typeface="Cambria" panose="02040503050406030204" pitchFamily="18" charset="0"/>
              </a:rPr>
              <a:t>k size</a:t>
            </a:r>
            <a:endParaRPr lang="en-US" sz="1100" dirty="0" smtClean="0">
              <a:latin typeface="Cambria" panose="020405030504060302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www.entranceforms.com/libs/img/logos/kiit0712.logo.jpg"/>
          <p:cNvPicPr>
            <a:picLocks noChangeAspect="1" noChangeArrowheads="1"/>
          </p:cNvPicPr>
          <p:nvPr/>
        </p:nvPicPr>
        <p:blipFill>
          <a:blip r:embed="rId1" cstate="print"/>
          <a:srcRect l="7585" b="3870"/>
          <a:stretch>
            <a:fillRect/>
          </a:stretch>
        </p:blipFill>
        <p:spPr bwMode="auto">
          <a:xfrm>
            <a:off x="8153403" y="533400"/>
            <a:ext cx="928396" cy="685800"/>
          </a:xfrm>
          <a:prstGeom prst="rect">
            <a:avLst/>
          </a:prstGeom>
          <a:noFill/>
        </p:spPr>
      </p:pic>
      <p:sp>
        <p:nvSpPr>
          <p:cNvPr id="5" name="Footer Placeholder 3"/>
          <p:cNvSpPr>
            <a:spLocks noGrp="1"/>
          </p:cNvSpPr>
          <p:nvPr>
            <p:ph type="ftr" sz="quarter" idx="11"/>
          </p:nvPr>
        </p:nvSpPr>
        <p:spPr bwMode="auto">
          <a:xfrm>
            <a:off x="609600" y="6506310"/>
            <a:ext cx="8115300" cy="316523"/>
          </a:xfrm>
          <a:solidFill>
            <a:srgbClr val="008000"/>
          </a:solidFill>
          <a:ln>
            <a:solidFill>
              <a:srgbClr val="00B050"/>
            </a:solidFill>
            <a:miter lim="800000"/>
          </a:ln>
        </p:spPr>
        <p:txBody>
          <a:bodyPr wrap="square" lIns="91258" tIns="45628" rIns="91258" bIns="45628" numCol="1" anchorCtr="0" compatLnSpc="1"/>
          <a:lstStyle/>
          <a:p>
            <a:pPr algn="ctr"/>
            <a:r>
              <a:rPr lang="en-US" sz="2200" b="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a:t>School of Computer Engineering</a:t>
            </a:r>
            <a:endParaRPr lang="en-US" sz="1900" dirty="0">
              <a:solidFill>
                <a:schemeClr val="bg1"/>
              </a:solidFill>
              <a:latin typeface="Cambria Math" panose="02040503050406030204" pitchFamily="18" charset="0"/>
              <a:ea typeface="Cambria Math" panose="02040503050406030204" pitchFamily="18" charset="0"/>
            </a:endParaRPr>
          </a:p>
        </p:txBody>
      </p:sp>
      <p:sp>
        <p:nvSpPr>
          <p:cNvPr id="7" name="TextBox 6"/>
          <p:cNvSpPr txBox="1"/>
          <p:nvPr/>
        </p:nvSpPr>
        <p:spPr>
          <a:xfrm>
            <a:off x="67336" y="1470835"/>
            <a:ext cx="8837431" cy="2308324"/>
          </a:xfrm>
          <a:prstGeom prst="rect">
            <a:avLst/>
          </a:prstGeom>
          <a:noFill/>
          <a:ln>
            <a:noFill/>
            <a:prstDash val="sysDash"/>
          </a:ln>
        </p:spPr>
        <p:txBody>
          <a:bodyPr wrap="square" rtlCol="0">
            <a:spAutoFit/>
          </a:bodyPr>
          <a:lstStyle/>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Memory managers can suffer from two types of fragmentation.</a:t>
            </a:r>
            <a:endParaRPr lang="en-US" sz="2000"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sz="2000" b="1" dirty="0" smtClean="0">
                <a:latin typeface="Cambria" panose="02040503050406030204" pitchFamily="18" charset="0"/>
              </a:rPr>
              <a:t>External fragmentation </a:t>
            </a:r>
            <a:r>
              <a:rPr lang="en-US" sz="2000" dirty="0" smtClean="0">
                <a:latin typeface="Cambria" panose="02040503050406030204" pitchFamily="18" charset="0"/>
              </a:rPr>
              <a:t>occurs when a series of memory requests result in lots of small free blocks, no one of which is useful for servicing typical requests. </a:t>
            </a:r>
            <a:endParaRPr lang="en-US" sz="2000"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sz="2000" b="1" dirty="0" smtClean="0">
                <a:latin typeface="Cambria" panose="02040503050406030204" pitchFamily="18" charset="0"/>
              </a:rPr>
              <a:t>Internal fragmentation </a:t>
            </a:r>
            <a:r>
              <a:rPr lang="en-US" sz="2000" dirty="0" smtClean="0">
                <a:latin typeface="Cambria" panose="02040503050406030204" pitchFamily="18" charset="0"/>
              </a:rPr>
              <a:t>occurs when more than m words are allocated to a request for m words, wasting free storage. </a:t>
            </a:r>
            <a:endParaRPr lang="en-US" sz="2000" dirty="0" smtClean="0">
              <a:latin typeface="Cambria" panose="02040503050406030204" pitchFamily="18" charset="0"/>
            </a:endParaRPr>
          </a:p>
        </p:txBody>
      </p:sp>
      <p:sp>
        <p:nvSpPr>
          <p:cNvPr id="9" name="Slide Number Placeholder 8"/>
          <p:cNvSpPr>
            <a:spLocks noGrp="1"/>
          </p:cNvSpPr>
          <p:nvPr>
            <p:ph type="sldNum" sz="quarter" idx="12"/>
          </p:nvPr>
        </p:nvSpPr>
        <p:spPr/>
        <p:txBody>
          <a:bodyPr>
            <a:normAutofit fontScale="85000" lnSpcReduction="20000"/>
          </a:bodyPr>
          <a:lstStyle/>
          <a:p>
            <a:pPr>
              <a:defRPr/>
            </a:pPr>
            <a:fld id="{F22323B9-1D87-4D56-A1A0-9DA960EA2996}" type="slidenum">
              <a:rPr lang="en-US" smtClean="0"/>
            </a:fld>
            <a:endParaRPr lang="en-US" dirty="0"/>
          </a:p>
        </p:txBody>
      </p:sp>
      <p:sp>
        <p:nvSpPr>
          <p:cNvPr id="10" name="Title 1"/>
          <p:cNvSpPr>
            <a:spLocks noGrp="1"/>
          </p:cNvSpPr>
          <p:nvPr>
            <p:ph type="title"/>
          </p:nvPr>
        </p:nvSpPr>
        <p:spPr>
          <a:xfrm>
            <a:off x="-25413" y="228600"/>
            <a:ext cx="8153400" cy="990600"/>
          </a:xfrm>
        </p:spPr>
        <p:txBody>
          <a:bodyPr/>
          <a:lstStyle/>
          <a:p>
            <a:r>
              <a:rPr lang="en-US" sz="3600" b="1" dirty="0" smtClean="0">
                <a:solidFill>
                  <a:schemeClr val="tx1"/>
                </a:solidFill>
                <a:latin typeface="Cambria" panose="02040503050406030204" pitchFamily="18" charset="0"/>
              </a:rPr>
              <a:t>Dynamic Storage Management cont…</a:t>
            </a:r>
            <a:endParaRPr lang="en-US" sz="3600" b="1" dirty="0" smtClean="0">
              <a:solidFill>
                <a:schemeClr val="tx1"/>
              </a:solidFill>
              <a:latin typeface="Cambria" panose="02040503050406030204" pitchFamily="18" charset="0"/>
            </a:endParaRPr>
          </a:p>
        </p:txBody>
      </p:sp>
      <p:pic>
        <p:nvPicPr>
          <p:cNvPr id="176130" name="Picture 2"/>
          <p:cNvPicPr>
            <a:picLocks noChangeAspect="1" noChangeArrowheads="1"/>
          </p:cNvPicPr>
          <p:nvPr/>
        </p:nvPicPr>
        <p:blipFill>
          <a:blip r:embed="rId2">
            <a:lum bright="10000"/>
          </a:blip>
          <a:srcRect/>
          <a:stretch>
            <a:fillRect/>
          </a:stretch>
        </p:blipFill>
        <p:spPr bwMode="auto">
          <a:xfrm>
            <a:off x="1066800" y="3962400"/>
            <a:ext cx="6829425" cy="15811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www.entranceforms.com/libs/img/logos/kiit0712.logo.jpg"/>
          <p:cNvPicPr>
            <a:picLocks noChangeAspect="1" noChangeArrowheads="1"/>
          </p:cNvPicPr>
          <p:nvPr/>
        </p:nvPicPr>
        <p:blipFill>
          <a:blip r:embed="rId1" cstate="print"/>
          <a:srcRect l="7585" b="3870"/>
          <a:stretch>
            <a:fillRect/>
          </a:stretch>
        </p:blipFill>
        <p:spPr bwMode="auto">
          <a:xfrm>
            <a:off x="8153403" y="533400"/>
            <a:ext cx="928396" cy="685800"/>
          </a:xfrm>
          <a:prstGeom prst="rect">
            <a:avLst/>
          </a:prstGeom>
          <a:noFill/>
        </p:spPr>
      </p:pic>
      <p:sp>
        <p:nvSpPr>
          <p:cNvPr id="5" name="Footer Placeholder 3"/>
          <p:cNvSpPr>
            <a:spLocks noGrp="1"/>
          </p:cNvSpPr>
          <p:nvPr>
            <p:ph type="ftr" sz="quarter" idx="11"/>
          </p:nvPr>
        </p:nvSpPr>
        <p:spPr bwMode="auto">
          <a:xfrm>
            <a:off x="609600" y="6506310"/>
            <a:ext cx="8115300" cy="316523"/>
          </a:xfrm>
          <a:solidFill>
            <a:srgbClr val="008000"/>
          </a:solidFill>
          <a:ln>
            <a:solidFill>
              <a:srgbClr val="00B050"/>
            </a:solidFill>
            <a:miter lim="800000"/>
          </a:ln>
        </p:spPr>
        <p:txBody>
          <a:bodyPr wrap="square" lIns="91258" tIns="45628" rIns="91258" bIns="45628" numCol="1" anchorCtr="0" compatLnSpc="1"/>
          <a:lstStyle/>
          <a:p>
            <a:pPr algn="ctr"/>
            <a:r>
              <a:rPr lang="en-US" sz="2200" b="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a:t>School of Computer Engineering</a:t>
            </a:r>
            <a:endParaRPr lang="en-US" sz="1900" dirty="0">
              <a:solidFill>
                <a:schemeClr val="bg1"/>
              </a:solidFill>
              <a:latin typeface="Cambria Math" panose="02040503050406030204" pitchFamily="18" charset="0"/>
              <a:ea typeface="Cambria Math" panose="02040503050406030204" pitchFamily="18" charset="0"/>
            </a:endParaRPr>
          </a:p>
        </p:txBody>
      </p:sp>
      <p:sp>
        <p:nvSpPr>
          <p:cNvPr id="7" name="TextBox 6"/>
          <p:cNvSpPr txBox="1"/>
          <p:nvPr/>
        </p:nvSpPr>
        <p:spPr>
          <a:xfrm>
            <a:off x="67336" y="1470835"/>
            <a:ext cx="8837431" cy="4154984"/>
          </a:xfrm>
          <a:prstGeom prst="rect">
            <a:avLst/>
          </a:prstGeom>
          <a:noFill/>
          <a:ln>
            <a:noFill/>
            <a:prstDash val="sysDash"/>
          </a:ln>
        </p:spPr>
        <p:txBody>
          <a:bodyPr wrap="square" rtlCol="0">
            <a:spAutoFit/>
          </a:bodyPr>
          <a:lstStyle/>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Garbage collection (GC) is a form of automatic memory management.</a:t>
            </a:r>
            <a:endParaRPr lang="en-US" sz="2000"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The garbage collector manages the allocation and release of memory for an application i.e., it attempts to reclaim memory which was allocated by the program, but is no longer required and such memory is called garbage.</a:t>
            </a:r>
            <a:endParaRPr lang="en-US" sz="2000"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endParaRPr lang="en-US" sz="2000"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endParaRPr lang="en-US" sz="2000"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Developers working with program don't have to write code to perform memory management tasks as automatic memory management eliminate common problems such as forgetting to free the unused spaces by variables causing a memory leak or attempting to access freed memory that's already been freed.</a:t>
            </a:r>
            <a:endParaRPr lang="en-US" sz="2000" dirty="0" smtClean="0">
              <a:latin typeface="Cambria" panose="02040503050406030204" pitchFamily="18" charset="0"/>
            </a:endParaRPr>
          </a:p>
        </p:txBody>
      </p:sp>
      <p:sp>
        <p:nvSpPr>
          <p:cNvPr id="9" name="Slide Number Placeholder 8"/>
          <p:cNvSpPr>
            <a:spLocks noGrp="1"/>
          </p:cNvSpPr>
          <p:nvPr>
            <p:ph type="sldNum" sz="quarter" idx="12"/>
          </p:nvPr>
        </p:nvSpPr>
        <p:spPr/>
        <p:txBody>
          <a:bodyPr>
            <a:normAutofit fontScale="85000" lnSpcReduction="20000"/>
          </a:bodyPr>
          <a:lstStyle/>
          <a:p>
            <a:pPr>
              <a:defRPr/>
            </a:pPr>
            <a:fld id="{F22323B9-1D87-4D56-A1A0-9DA960EA2996}" type="slidenum">
              <a:rPr lang="en-US" smtClean="0"/>
            </a:fld>
            <a:endParaRPr lang="en-US" dirty="0"/>
          </a:p>
        </p:txBody>
      </p:sp>
      <p:sp>
        <p:nvSpPr>
          <p:cNvPr id="10" name="Title 1"/>
          <p:cNvSpPr>
            <a:spLocks noGrp="1"/>
          </p:cNvSpPr>
          <p:nvPr>
            <p:ph type="title"/>
          </p:nvPr>
        </p:nvSpPr>
        <p:spPr>
          <a:xfrm>
            <a:off x="-25413" y="228600"/>
            <a:ext cx="8153400" cy="990600"/>
          </a:xfrm>
        </p:spPr>
        <p:txBody>
          <a:bodyPr/>
          <a:lstStyle/>
          <a:p>
            <a:r>
              <a:rPr lang="en-US" sz="3600" b="1" dirty="0" smtClean="0">
                <a:solidFill>
                  <a:schemeClr val="tx1"/>
                </a:solidFill>
                <a:latin typeface="Cambria" panose="02040503050406030204" pitchFamily="18" charset="0"/>
              </a:rPr>
              <a:t>Garbage Collection</a:t>
            </a:r>
            <a:endParaRPr lang="en-US" sz="3600" b="1" dirty="0" smtClean="0">
              <a:solidFill>
                <a:schemeClr val="tx1"/>
              </a:solidFill>
              <a:latin typeface="Cambria" panose="02040503050406030204" pitchFamily="18" charset="0"/>
            </a:endParaRPr>
          </a:p>
        </p:txBody>
      </p:sp>
      <p:sp>
        <p:nvSpPr>
          <p:cNvPr id="15" name="TextBox 14"/>
          <p:cNvSpPr txBox="1"/>
          <p:nvPr/>
        </p:nvSpPr>
        <p:spPr>
          <a:xfrm>
            <a:off x="1905000" y="3429000"/>
            <a:ext cx="681597" cy="261610"/>
          </a:xfrm>
          <a:prstGeom prst="rect">
            <a:avLst/>
          </a:prstGeom>
          <a:noFill/>
        </p:spPr>
        <p:txBody>
          <a:bodyPr wrap="none" rtlCol="0">
            <a:spAutoFit/>
          </a:bodyPr>
          <a:lstStyle/>
          <a:p>
            <a:pPr algn="ctr"/>
            <a:r>
              <a:rPr lang="en-US" sz="1100" dirty="0" smtClean="0">
                <a:latin typeface="Cambria" panose="02040503050406030204" pitchFamily="18" charset="0"/>
              </a:rPr>
              <a:t>Garbage</a:t>
            </a:r>
            <a:endParaRPr lang="en-US" sz="1100" dirty="0" smtClean="0">
              <a:latin typeface="Cambria" panose="02040503050406030204" pitchFamily="18" charset="0"/>
            </a:endParaRPr>
          </a:p>
        </p:txBody>
      </p:sp>
      <p:sp>
        <p:nvSpPr>
          <p:cNvPr id="16" name="TextBox 15"/>
          <p:cNvSpPr txBox="1"/>
          <p:nvPr/>
        </p:nvSpPr>
        <p:spPr>
          <a:xfrm>
            <a:off x="5410200" y="3427231"/>
            <a:ext cx="681597" cy="261610"/>
          </a:xfrm>
          <a:prstGeom prst="rect">
            <a:avLst/>
          </a:prstGeom>
          <a:noFill/>
        </p:spPr>
        <p:txBody>
          <a:bodyPr wrap="none" rtlCol="0">
            <a:spAutoFit/>
          </a:bodyPr>
          <a:lstStyle/>
          <a:p>
            <a:pPr algn="ctr"/>
            <a:r>
              <a:rPr lang="en-US" sz="1100" dirty="0" smtClean="0">
                <a:latin typeface="Cambria" panose="02040503050406030204" pitchFamily="18" charset="0"/>
              </a:rPr>
              <a:t>Garbage</a:t>
            </a:r>
            <a:endParaRPr lang="en-US" sz="1100" dirty="0" smtClean="0">
              <a:latin typeface="Cambria" panose="02040503050406030204" pitchFamily="18" charset="0"/>
            </a:endParaRPr>
          </a:p>
        </p:txBody>
      </p:sp>
      <p:sp>
        <p:nvSpPr>
          <p:cNvPr id="17" name="TextBox 16"/>
          <p:cNvSpPr txBox="1"/>
          <p:nvPr/>
        </p:nvSpPr>
        <p:spPr>
          <a:xfrm>
            <a:off x="4710229" y="3416598"/>
            <a:ext cx="825867" cy="261610"/>
          </a:xfrm>
          <a:prstGeom prst="rect">
            <a:avLst/>
          </a:prstGeom>
          <a:noFill/>
        </p:spPr>
        <p:txBody>
          <a:bodyPr wrap="none" rtlCol="0">
            <a:spAutoFit/>
          </a:bodyPr>
          <a:lstStyle/>
          <a:p>
            <a:pPr algn="ctr"/>
            <a:r>
              <a:rPr lang="en-US" sz="1100" dirty="0" smtClean="0">
                <a:latin typeface="Cambria" panose="02040503050406030204" pitchFamily="18" charset="0"/>
              </a:rPr>
              <a:t>Free space</a:t>
            </a:r>
            <a:endParaRPr lang="en-US" sz="1100" dirty="0" smtClean="0">
              <a:latin typeface="Cambria" panose="02040503050406030204" pitchFamily="18" charset="0"/>
            </a:endParaRPr>
          </a:p>
        </p:txBody>
      </p:sp>
      <p:sp>
        <p:nvSpPr>
          <p:cNvPr id="18" name="TextBox 17"/>
          <p:cNvSpPr txBox="1"/>
          <p:nvPr/>
        </p:nvSpPr>
        <p:spPr>
          <a:xfrm>
            <a:off x="6018031" y="3416598"/>
            <a:ext cx="825867" cy="261610"/>
          </a:xfrm>
          <a:prstGeom prst="rect">
            <a:avLst/>
          </a:prstGeom>
          <a:noFill/>
        </p:spPr>
        <p:txBody>
          <a:bodyPr wrap="none" rtlCol="0">
            <a:spAutoFit/>
          </a:bodyPr>
          <a:lstStyle/>
          <a:p>
            <a:pPr algn="ctr"/>
            <a:r>
              <a:rPr lang="en-US" sz="1100" dirty="0" smtClean="0">
                <a:latin typeface="Cambria" panose="02040503050406030204" pitchFamily="18" charset="0"/>
              </a:rPr>
              <a:t>Free space</a:t>
            </a:r>
            <a:endParaRPr lang="en-US" sz="1100" dirty="0" smtClean="0">
              <a:latin typeface="Cambria" panose="02040503050406030204" pitchFamily="18" charset="0"/>
            </a:endParaRPr>
          </a:p>
        </p:txBody>
      </p:sp>
      <p:sp>
        <p:nvSpPr>
          <p:cNvPr id="19" name="TextBox 18"/>
          <p:cNvSpPr txBox="1"/>
          <p:nvPr/>
        </p:nvSpPr>
        <p:spPr>
          <a:xfrm>
            <a:off x="3810000" y="3397101"/>
            <a:ext cx="484428" cy="261610"/>
          </a:xfrm>
          <a:prstGeom prst="rect">
            <a:avLst/>
          </a:prstGeom>
          <a:noFill/>
        </p:spPr>
        <p:txBody>
          <a:bodyPr wrap="none" rtlCol="0">
            <a:spAutoFit/>
          </a:bodyPr>
          <a:lstStyle/>
          <a:p>
            <a:pPr algn="ctr"/>
            <a:r>
              <a:rPr lang="en-US" sz="1100" dirty="0" smtClean="0">
                <a:latin typeface="Cambria" panose="02040503050406030204" pitchFamily="18" charset="0"/>
              </a:rPr>
              <a:t>Used</a:t>
            </a:r>
            <a:endParaRPr lang="en-US" sz="1100" dirty="0" smtClean="0">
              <a:latin typeface="Cambria" panose="02040503050406030204" pitchFamily="18" charset="0"/>
            </a:endParaRPr>
          </a:p>
        </p:txBody>
      </p:sp>
      <p:sp>
        <p:nvSpPr>
          <p:cNvPr id="20" name="TextBox 19"/>
          <p:cNvSpPr txBox="1"/>
          <p:nvPr/>
        </p:nvSpPr>
        <p:spPr>
          <a:xfrm>
            <a:off x="6978501" y="3416598"/>
            <a:ext cx="484428" cy="261610"/>
          </a:xfrm>
          <a:prstGeom prst="rect">
            <a:avLst/>
          </a:prstGeom>
          <a:noFill/>
        </p:spPr>
        <p:txBody>
          <a:bodyPr wrap="none" rtlCol="0">
            <a:spAutoFit/>
          </a:bodyPr>
          <a:lstStyle/>
          <a:p>
            <a:pPr algn="ctr"/>
            <a:r>
              <a:rPr lang="en-US" sz="1100" dirty="0" smtClean="0">
                <a:latin typeface="Cambria" panose="02040503050406030204" pitchFamily="18" charset="0"/>
              </a:rPr>
              <a:t>Used</a:t>
            </a:r>
            <a:endParaRPr lang="en-US" sz="1100" dirty="0" smtClean="0">
              <a:latin typeface="Cambria" panose="02040503050406030204" pitchFamily="18" charset="0"/>
            </a:endParaRPr>
          </a:p>
        </p:txBody>
      </p:sp>
      <p:graphicFrame>
        <p:nvGraphicFramePr>
          <p:cNvPr id="22" name="Table 21"/>
          <p:cNvGraphicFramePr>
            <a:graphicFrameLocks noGrp="1"/>
          </p:cNvGraphicFramePr>
          <p:nvPr/>
        </p:nvGraphicFramePr>
        <p:xfrm>
          <a:off x="1415901" y="3026734"/>
          <a:ext cx="6019803" cy="336550"/>
        </p:xfrm>
        <a:graphic>
          <a:graphicData uri="http://schemas.openxmlformats.org/drawingml/2006/table">
            <a:tbl>
              <a:tblPr/>
              <a:tblGrid>
                <a:gridCol w="668867"/>
                <a:gridCol w="668867"/>
                <a:gridCol w="668867"/>
                <a:gridCol w="668867"/>
                <a:gridCol w="668867"/>
                <a:gridCol w="668867"/>
                <a:gridCol w="668867"/>
                <a:gridCol w="668867"/>
                <a:gridCol w="668867"/>
              </a:tblGrid>
              <a:tr h="336550">
                <a:tc>
                  <a:txBody>
                    <a:bodyPr/>
                    <a:lstStyle/>
                    <a:p>
                      <a:pPr algn="l" fontAlgn="b"/>
                      <a:r>
                        <a:rPr lang="en-US" sz="1100" b="0" i="0" u="none" strike="noStrike" dirty="0">
                          <a:solidFill>
                            <a:srgbClr val="000000"/>
                          </a:solidFill>
                          <a:latin typeface="Calibri" panose="020F0502020204030204"/>
                        </a:rPr>
                        <a:t> </a:t>
                      </a:r>
                      <a:endParaRPr lang="en-US" sz="1100" b="0" i="0" u="none" strike="noStrike" dirty="0">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r>
                        <a:rPr lang="en-US" sz="1100" b="0" i="0" u="none" strike="noStrike" dirty="0">
                          <a:solidFill>
                            <a:srgbClr val="000000"/>
                          </a:solidFill>
                          <a:latin typeface="Calibri" panose="020F0502020204030204"/>
                        </a:rPr>
                        <a:t> </a:t>
                      </a:r>
                      <a:endParaRPr lang="en-US" sz="1100" b="0" i="0" u="none" strike="noStrike" dirty="0">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r>
                        <a:rPr lang="en-US" sz="1100" b="0" i="0" u="none" strike="noStrike" dirty="0">
                          <a:solidFill>
                            <a:srgbClr val="000000"/>
                          </a:solidFill>
                          <a:latin typeface="Calibri" panose="020F0502020204030204"/>
                        </a:rPr>
                        <a:t> </a:t>
                      </a:r>
                      <a:endParaRPr lang="en-US" sz="1100" b="0" i="0" u="none" strike="noStrike" dirty="0">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r>
                        <a:rPr lang="en-US" sz="1100" b="0" i="0" u="none" strike="noStrike">
                          <a:solidFill>
                            <a:srgbClr val="000000"/>
                          </a:solidFill>
                          <a:latin typeface="Calibri" panose="020F0502020204030204"/>
                        </a:rPr>
                        <a:t> </a:t>
                      </a:r>
                      <a:endParaRPr lang="en-US" sz="1100" b="0" i="0" u="none" strike="noStrike">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l" fontAlgn="b"/>
                      <a:r>
                        <a:rPr lang="en-US" sz="1100" b="0" i="0" u="none" strike="noStrike">
                          <a:solidFill>
                            <a:srgbClr val="000000"/>
                          </a:solidFill>
                          <a:latin typeface="Calibri" panose="020F0502020204030204"/>
                        </a:rPr>
                        <a:t> </a:t>
                      </a:r>
                      <a:endParaRPr lang="en-US" sz="1100" b="0" i="0" u="none" strike="noStrike">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l" fontAlgn="b"/>
                      <a:r>
                        <a:rPr lang="en-US" sz="1100" b="0" i="0" u="none" strike="noStrike" dirty="0">
                          <a:solidFill>
                            <a:srgbClr val="000000"/>
                          </a:solidFill>
                          <a:latin typeface="Calibri" panose="020F0502020204030204"/>
                        </a:rPr>
                        <a:t> </a:t>
                      </a:r>
                      <a:endParaRPr lang="en-US" sz="1100" b="0" i="0" u="none" strike="noStrike" dirty="0">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latin typeface="Calibri" panose="020F0502020204030204"/>
                        </a:rPr>
                        <a:t> </a:t>
                      </a:r>
                      <a:endParaRPr lang="en-US" sz="1100" b="0" i="0" u="none" strike="noStrike">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r>
                        <a:rPr lang="en-US" sz="1100" b="0" i="0" u="none" strike="noStrike">
                          <a:solidFill>
                            <a:srgbClr val="000000"/>
                          </a:solidFill>
                          <a:latin typeface="Calibri" panose="020F0502020204030204"/>
                        </a:rPr>
                        <a:t> </a:t>
                      </a:r>
                      <a:endParaRPr lang="en-US" sz="1100" b="0" i="0" u="none" strike="noStrike">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panose="020F0502020204030204"/>
                        </a:rPr>
                        <a:t> </a:t>
                      </a:r>
                      <a:endParaRPr lang="en-US" sz="1100" b="0" i="0" u="none" strike="noStrike" dirty="0">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www.entranceforms.com/libs/img/logos/kiit0712.logo.jpg"/>
          <p:cNvPicPr>
            <a:picLocks noChangeAspect="1" noChangeArrowheads="1"/>
          </p:cNvPicPr>
          <p:nvPr/>
        </p:nvPicPr>
        <p:blipFill>
          <a:blip r:embed="rId1" cstate="print"/>
          <a:srcRect l="7585" b="3870"/>
          <a:stretch>
            <a:fillRect/>
          </a:stretch>
        </p:blipFill>
        <p:spPr bwMode="auto">
          <a:xfrm>
            <a:off x="8153403" y="533400"/>
            <a:ext cx="928396" cy="685800"/>
          </a:xfrm>
          <a:prstGeom prst="rect">
            <a:avLst/>
          </a:prstGeom>
          <a:noFill/>
        </p:spPr>
      </p:pic>
      <p:sp>
        <p:nvSpPr>
          <p:cNvPr id="5" name="Footer Placeholder 3"/>
          <p:cNvSpPr>
            <a:spLocks noGrp="1"/>
          </p:cNvSpPr>
          <p:nvPr>
            <p:ph type="ftr" sz="quarter" idx="11"/>
          </p:nvPr>
        </p:nvSpPr>
        <p:spPr bwMode="auto">
          <a:xfrm>
            <a:off x="609600" y="6506310"/>
            <a:ext cx="8115300" cy="316523"/>
          </a:xfrm>
          <a:solidFill>
            <a:srgbClr val="008000"/>
          </a:solidFill>
          <a:ln>
            <a:solidFill>
              <a:srgbClr val="00B050"/>
            </a:solidFill>
            <a:miter lim="800000"/>
          </a:ln>
        </p:spPr>
        <p:txBody>
          <a:bodyPr wrap="square" lIns="91258" tIns="45628" rIns="91258" bIns="45628" numCol="1" anchorCtr="0" compatLnSpc="1"/>
          <a:lstStyle/>
          <a:p>
            <a:pPr algn="ctr"/>
            <a:r>
              <a:rPr lang="en-US" sz="2200" b="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a:t>School of Computer Engineering</a:t>
            </a:r>
            <a:endParaRPr lang="en-US" sz="1900" dirty="0">
              <a:solidFill>
                <a:schemeClr val="bg1"/>
              </a:solidFill>
              <a:latin typeface="Cambria Math" panose="02040503050406030204" pitchFamily="18" charset="0"/>
              <a:ea typeface="Cambria Math" panose="02040503050406030204" pitchFamily="18" charset="0"/>
            </a:endParaRPr>
          </a:p>
        </p:txBody>
      </p:sp>
      <p:sp>
        <p:nvSpPr>
          <p:cNvPr id="7" name="TextBox 6"/>
          <p:cNvSpPr txBox="1"/>
          <p:nvPr/>
        </p:nvSpPr>
        <p:spPr>
          <a:xfrm>
            <a:off x="67336" y="1470835"/>
            <a:ext cx="8837431" cy="4524315"/>
          </a:xfrm>
          <a:prstGeom prst="rect">
            <a:avLst/>
          </a:prstGeom>
          <a:noFill/>
          <a:ln>
            <a:noFill/>
            <a:prstDash val="sysDash"/>
          </a:ln>
        </p:spPr>
        <p:txBody>
          <a:bodyPr wrap="square" rtlCol="0">
            <a:spAutoFit/>
          </a:bodyPr>
          <a:lstStyle/>
          <a:p>
            <a:pPr marL="339725" indent="-339725" algn="just">
              <a:lnSpc>
                <a:spcPct val="120000"/>
              </a:lnSpc>
              <a:buClr>
                <a:srgbClr val="C00000"/>
              </a:buClr>
              <a:buSzPct val="80000"/>
            </a:pPr>
            <a:r>
              <a:rPr lang="en-US" sz="2000" b="1" dirty="0" smtClean="0">
                <a:latin typeface="Cambria" panose="02040503050406030204" pitchFamily="18" charset="0"/>
              </a:rPr>
              <a:t>Advantages:</a:t>
            </a:r>
            <a:endParaRPr lang="en-US" sz="2000" b="1"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Frees developers from having to manually release memory.</a:t>
            </a:r>
            <a:endParaRPr lang="en-US" sz="2000"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Allocates objects on the heap efficiently.</a:t>
            </a:r>
            <a:endParaRPr lang="en-US" sz="2000"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Reclaims memory that are no longer being used, clears their memory, and keeps the memory available for future allocations. </a:t>
            </a:r>
            <a:endParaRPr lang="en-US" sz="2000"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Provides memory safety</a:t>
            </a:r>
            <a:endParaRPr lang="en-US" sz="2000" dirty="0" smtClean="0">
              <a:latin typeface="Cambria" panose="02040503050406030204" pitchFamily="18" charset="0"/>
            </a:endParaRPr>
          </a:p>
          <a:p>
            <a:pPr marL="339725" indent="-339725" algn="just">
              <a:lnSpc>
                <a:spcPct val="120000"/>
              </a:lnSpc>
              <a:buClr>
                <a:srgbClr val="C00000"/>
              </a:buClr>
              <a:buSzPct val="80000"/>
            </a:pPr>
            <a:r>
              <a:rPr lang="en-US" sz="2000" b="1" dirty="0" smtClean="0">
                <a:latin typeface="Cambria" panose="02040503050406030204" pitchFamily="18" charset="0"/>
              </a:rPr>
              <a:t>Conditions for a garbage collection:</a:t>
            </a:r>
            <a:endParaRPr lang="en-US" sz="2000" b="1"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The system has low physical memory. The memory size is detected by either the low memory notification from the operating system or low memory as indicated by the machine.</a:t>
            </a:r>
            <a:endParaRPr lang="en-US" sz="2000"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The memory that's used by programs on the heap surpasses an acceptable threshold. This threshold is continuously adjusted as the process runs.</a:t>
            </a:r>
            <a:endParaRPr lang="en-US" sz="2000" dirty="0" smtClean="0">
              <a:latin typeface="Cambria" panose="02040503050406030204" pitchFamily="18" charset="0"/>
            </a:endParaRPr>
          </a:p>
        </p:txBody>
      </p:sp>
      <p:sp>
        <p:nvSpPr>
          <p:cNvPr id="9" name="Slide Number Placeholder 8"/>
          <p:cNvSpPr>
            <a:spLocks noGrp="1"/>
          </p:cNvSpPr>
          <p:nvPr>
            <p:ph type="sldNum" sz="quarter" idx="12"/>
          </p:nvPr>
        </p:nvSpPr>
        <p:spPr/>
        <p:txBody>
          <a:bodyPr>
            <a:normAutofit fontScale="85000" lnSpcReduction="20000"/>
          </a:bodyPr>
          <a:lstStyle/>
          <a:p>
            <a:pPr>
              <a:defRPr/>
            </a:pPr>
            <a:fld id="{F22323B9-1D87-4D56-A1A0-9DA960EA2996}" type="slidenum">
              <a:rPr lang="en-US" smtClean="0"/>
            </a:fld>
            <a:endParaRPr lang="en-US" dirty="0"/>
          </a:p>
        </p:txBody>
      </p:sp>
      <p:sp>
        <p:nvSpPr>
          <p:cNvPr id="10" name="Title 1"/>
          <p:cNvSpPr>
            <a:spLocks noGrp="1"/>
          </p:cNvSpPr>
          <p:nvPr>
            <p:ph type="title"/>
          </p:nvPr>
        </p:nvSpPr>
        <p:spPr>
          <a:xfrm>
            <a:off x="-25413" y="228600"/>
            <a:ext cx="8153400" cy="990600"/>
          </a:xfrm>
        </p:spPr>
        <p:txBody>
          <a:bodyPr/>
          <a:lstStyle/>
          <a:p>
            <a:r>
              <a:rPr lang="en-US" sz="3600" b="1" dirty="0" smtClean="0">
                <a:solidFill>
                  <a:schemeClr val="tx1"/>
                </a:solidFill>
                <a:latin typeface="Cambria" panose="02040503050406030204" pitchFamily="18" charset="0"/>
              </a:rPr>
              <a:t>Garbage Collection cont…</a:t>
            </a:r>
            <a:endParaRPr lang="en-US" sz="3600" b="1" dirty="0" smtClean="0">
              <a:solidFill>
                <a:schemeClr val="tx1"/>
              </a:solidFill>
              <a:latin typeface="Cambria" panose="020405030504060302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www.entranceforms.com/libs/img/logos/kiit0712.logo.jpg"/>
          <p:cNvPicPr>
            <a:picLocks noChangeAspect="1" noChangeArrowheads="1"/>
          </p:cNvPicPr>
          <p:nvPr/>
        </p:nvPicPr>
        <p:blipFill>
          <a:blip r:embed="rId1" cstate="print"/>
          <a:srcRect l="7585" b="3870"/>
          <a:stretch>
            <a:fillRect/>
          </a:stretch>
        </p:blipFill>
        <p:spPr bwMode="auto">
          <a:xfrm>
            <a:off x="8153403" y="533400"/>
            <a:ext cx="928396" cy="685800"/>
          </a:xfrm>
          <a:prstGeom prst="rect">
            <a:avLst/>
          </a:prstGeom>
          <a:noFill/>
        </p:spPr>
      </p:pic>
      <p:sp>
        <p:nvSpPr>
          <p:cNvPr id="5" name="Footer Placeholder 3"/>
          <p:cNvSpPr>
            <a:spLocks noGrp="1"/>
          </p:cNvSpPr>
          <p:nvPr>
            <p:ph type="ftr" sz="quarter" idx="11"/>
          </p:nvPr>
        </p:nvSpPr>
        <p:spPr bwMode="auto">
          <a:xfrm>
            <a:off x="609600" y="6506310"/>
            <a:ext cx="8115300" cy="316523"/>
          </a:xfrm>
          <a:solidFill>
            <a:srgbClr val="008000"/>
          </a:solidFill>
          <a:ln>
            <a:solidFill>
              <a:srgbClr val="00B050"/>
            </a:solidFill>
            <a:miter lim="800000"/>
          </a:ln>
        </p:spPr>
        <p:txBody>
          <a:bodyPr wrap="square" lIns="91258" tIns="45628" rIns="91258" bIns="45628" numCol="1" anchorCtr="0" compatLnSpc="1"/>
          <a:lstStyle/>
          <a:p>
            <a:pPr algn="ctr"/>
            <a:r>
              <a:rPr lang="en-US" sz="2200" b="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a:t>School of Computer Engineering</a:t>
            </a:r>
            <a:endParaRPr lang="en-US" sz="1900" dirty="0">
              <a:solidFill>
                <a:schemeClr val="bg1"/>
              </a:solidFill>
              <a:latin typeface="Cambria Math" panose="02040503050406030204" pitchFamily="18" charset="0"/>
              <a:ea typeface="Cambria Math" panose="02040503050406030204" pitchFamily="18" charset="0"/>
            </a:endParaRPr>
          </a:p>
        </p:txBody>
      </p:sp>
      <p:sp>
        <p:nvSpPr>
          <p:cNvPr id="7" name="TextBox 6"/>
          <p:cNvSpPr txBox="1"/>
          <p:nvPr/>
        </p:nvSpPr>
        <p:spPr>
          <a:xfrm>
            <a:off x="67336" y="1470835"/>
            <a:ext cx="8837431" cy="3748719"/>
          </a:xfrm>
          <a:prstGeom prst="rect">
            <a:avLst/>
          </a:prstGeom>
          <a:noFill/>
          <a:ln>
            <a:noFill/>
            <a:prstDash val="sysDash"/>
          </a:ln>
        </p:spPr>
        <p:txBody>
          <a:bodyPr wrap="square" rtlCol="0">
            <a:spAutoFit/>
          </a:bodyPr>
          <a:lstStyle/>
          <a:p>
            <a:pPr marL="339725" indent="-339725" algn="just">
              <a:lnSpc>
                <a:spcPct val="120000"/>
              </a:lnSpc>
              <a:buClr>
                <a:srgbClr val="C00000"/>
              </a:buClr>
              <a:buSzPct val="80000"/>
              <a:buFont typeface="Wingdings" panose="05000000000000000000" pitchFamily="2" charset="2"/>
              <a:buChar char="q"/>
            </a:pPr>
            <a:r>
              <a:rPr lang="en-US" dirty="0" smtClean="0">
                <a:latin typeface="Cambria" panose="02040503050406030204" pitchFamily="18" charset="0"/>
              </a:rPr>
              <a:t>To solve  external fragmentation problems, compaction technique is used.</a:t>
            </a:r>
            <a:endParaRPr lang="en-US"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dirty="0" smtClean="0">
                <a:latin typeface="Cambria" panose="02040503050406030204" pitchFamily="18" charset="0"/>
              </a:rPr>
              <a:t>Compaction is a technique to collect all the free memory present in the form of fragments into one large chunk of free memory, which can be used for other programs.</a:t>
            </a:r>
            <a:endParaRPr lang="en-US"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dirty="0" smtClean="0">
                <a:latin typeface="Cambria" panose="02040503050406030204" pitchFamily="18" charset="0"/>
              </a:rPr>
              <a:t>It does that by moving or relocating all the processes (i.e., programs under execution) towards one end of the memory and all the available free space towards the other end of the memory so that it becomes contiguous.</a:t>
            </a:r>
            <a:endParaRPr lang="en-US"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dirty="0" smtClean="0">
                <a:latin typeface="Cambria" panose="02040503050406030204" pitchFamily="18" charset="0"/>
              </a:rPr>
              <a:t>It is not always easy to do compaction as it can be done only when the relocation is dynamic and done at execution time. </a:t>
            </a:r>
            <a:endParaRPr lang="en-US"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dirty="0" smtClean="0">
                <a:latin typeface="Cambria" panose="02040503050406030204" pitchFamily="18" charset="0"/>
              </a:rPr>
              <a:t>Compaction can not be done when relocation is static and is performed at load time or assembly time.</a:t>
            </a:r>
            <a:endParaRPr lang="en-US" dirty="0" smtClean="0">
              <a:latin typeface="Cambria" panose="02040503050406030204" pitchFamily="18" charset="0"/>
            </a:endParaRPr>
          </a:p>
        </p:txBody>
      </p:sp>
      <p:sp>
        <p:nvSpPr>
          <p:cNvPr id="9" name="Slide Number Placeholder 8"/>
          <p:cNvSpPr>
            <a:spLocks noGrp="1"/>
          </p:cNvSpPr>
          <p:nvPr>
            <p:ph type="sldNum" sz="quarter" idx="12"/>
          </p:nvPr>
        </p:nvSpPr>
        <p:spPr/>
        <p:txBody>
          <a:bodyPr>
            <a:normAutofit fontScale="85000" lnSpcReduction="20000"/>
          </a:bodyPr>
          <a:lstStyle/>
          <a:p>
            <a:pPr>
              <a:defRPr/>
            </a:pPr>
            <a:fld id="{F22323B9-1D87-4D56-A1A0-9DA960EA2996}" type="slidenum">
              <a:rPr lang="en-US" smtClean="0"/>
            </a:fld>
            <a:endParaRPr lang="en-US" dirty="0"/>
          </a:p>
        </p:txBody>
      </p:sp>
      <p:sp>
        <p:nvSpPr>
          <p:cNvPr id="10" name="Title 1"/>
          <p:cNvSpPr>
            <a:spLocks noGrp="1"/>
          </p:cNvSpPr>
          <p:nvPr>
            <p:ph type="title"/>
          </p:nvPr>
        </p:nvSpPr>
        <p:spPr>
          <a:xfrm>
            <a:off x="-25413" y="228600"/>
            <a:ext cx="8153400" cy="990600"/>
          </a:xfrm>
        </p:spPr>
        <p:txBody>
          <a:bodyPr/>
          <a:lstStyle/>
          <a:p>
            <a:r>
              <a:rPr lang="en-US" sz="3600" b="1" dirty="0" smtClean="0">
                <a:solidFill>
                  <a:schemeClr val="tx1"/>
                </a:solidFill>
                <a:latin typeface="Cambria" panose="02040503050406030204" pitchFamily="18" charset="0"/>
              </a:rPr>
              <a:t>Compaction</a:t>
            </a:r>
            <a:endParaRPr lang="en-US" sz="3600" b="1" dirty="0" smtClean="0">
              <a:solidFill>
                <a:schemeClr val="tx1"/>
              </a:solidFill>
              <a:latin typeface="Cambria" panose="02040503050406030204" pitchFamily="18" charset="0"/>
            </a:endParaRPr>
          </a:p>
        </p:txBody>
      </p:sp>
      <p:graphicFrame>
        <p:nvGraphicFramePr>
          <p:cNvPr id="14" name="Table 13"/>
          <p:cNvGraphicFramePr>
            <a:graphicFrameLocks noGrp="1"/>
          </p:cNvGraphicFramePr>
          <p:nvPr/>
        </p:nvGraphicFramePr>
        <p:xfrm>
          <a:off x="1642732" y="5268433"/>
          <a:ext cx="5486400" cy="304800"/>
        </p:xfrm>
        <a:graphic>
          <a:graphicData uri="http://schemas.openxmlformats.org/drawingml/2006/table">
            <a:tbl>
              <a:tblPr/>
              <a:tblGrid>
                <a:gridCol w="609600"/>
                <a:gridCol w="609600"/>
                <a:gridCol w="609600"/>
                <a:gridCol w="609600"/>
                <a:gridCol w="609600"/>
                <a:gridCol w="609600"/>
                <a:gridCol w="609600"/>
                <a:gridCol w="609600"/>
                <a:gridCol w="609600"/>
              </a:tblGrid>
              <a:tr h="304800">
                <a:tc>
                  <a:txBody>
                    <a:bodyPr/>
                    <a:lstStyle/>
                    <a:p>
                      <a:pPr algn="l" fontAlgn="b"/>
                      <a:r>
                        <a:rPr lang="en-US" sz="1100" b="0" i="0" u="none" strike="noStrike">
                          <a:solidFill>
                            <a:srgbClr val="000000"/>
                          </a:solidFill>
                          <a:latin typeface="Calibri" panose="020F0502020204030204"/>
                        </a:rPr>
                        <a:t> </a:t>
                      </a:r>
                      <a:endParaRPr lang="en-US" sz="1100" b="0" i="0" u="none" strike="noStrike">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r>
                        <a:rPr lang="en-US" sz="1100" b="0" i="0" u="none" strike="noStrike">
                          <a:solidFill>
                            <a:srgbClr val="000000"/>
                          </a:solidFill>
                          <a:latin typeface="Calibri" panose="020F0502020204030204"/>
                        </a:rPr>
                        <a:t> </a:t>
                      </a:r>
                      <a:endParaRPr lang="en-US" sz="1100" b="0" i="0" u="none" strike="noStrike">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r>
                        <a:rPr lang="en-US" sz="1100" b="0" i="0" u="none" strike="noStrike">
                          <a:solidFill>
                            <a:srgbClr val="000000"/>
                          </a:solidFill>
                          <a:latin typeface="Calibri" panose="020F0502020204030204"/>
                        </a:rPr>
                        <a:t> </a:t>
                      </a:r>
                      <a:endParaRPr lang="en-US" sz="1100" b="0" i="0" u="none" strike="noStrike">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r>
                        <a:rPr lang="en-US" sz="1100" b="0" i="0" u="none" strike="noStrike">
                          <a:solidFill>
                            <a:srgbClr val="000000"/>
                          </a:solidFill>
                          <a:latin typeface="Calibri" panose="020F0502020204030204"/>
                        </a:rPr>
                        <a:t> </a:t>
                      </a:r>
                      <a:endParaRPr lang="en-US" sz="1100" b="0" i="0" u="none" strike="noStrike">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l" fontAlgn="b"/>
                      <a:r>
                        <a:rPr lang="en-US" sz="1100" b="0" i="0" u="none" strike="noStrike">
                          <a:solidFill>
                            <a:srgbClr val="000000"/>
                          </a:solidFill>
                          <a:latin typeface="Calibri" panose="020F0502020204030204"/>
                        </a:rPr>
                        <a:t> </a:t>
                      </a:r>
                      <a:endParaRPr lang="en-US" sz="1100" b="0" i="0" u="none" strike="noStrike">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l" fontAlgn="b"/>
                      <a:r>
                        <a:rPr lang="en-US" sz="1100" b="0" i="0" u="none" strike="noStrike">
                          <a:solidFill>
                            <a:srgbClr val="000000"/>
                          </a:solidFill>
                          <a:latin typeface="Calibri" panose="020F0502020204030204"/>
                        </a:rPr>
                        <a:t> </a:t>
                      </a:r>
                      <a:endParaRPr lang="en-US" sz="1100" b="0" i="0" u="none" strike="noStrike">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r>
                        <a:rPr lang="en-US" sz="1100" b="0" i="0" u="none" strike="noStrike">
                          <a:solidFill>
                            <a:srgbClr val="000000"/>
                          </a:solidFill>
                          <a:latin typeface="Calibri" panose="020F0502020204030204"/>
                        </a:rPr>
                        <a:t> </a:t>
                      </a:r>
                      <a:endParaRPr lang="en-US" sz="1100" b="0" i="0" u="none" strike="noStrike">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l" fontAlgn="b"/>
                      <a:r>
                        <a:rPr lang="en-US" sz="1100" b="0" i="0" u="none" strike="noStrike">
                          <a:solidFill>
                            <a:srgbClr val="000000"/>
                          </a:solidFill>
                          <a:latin typeface="Calibri" panose="020F0502020204030204"/>
                        </a:rPr>
                        <a:t> </a:t>
                      </a:r>
                      <a:endParaRPr lang="en-US" sz="1100" b="0" i="0" u="none" strike="noStrike">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l" fontAlgn="b"/>
                      <a:r>
                        <a:rPr lang="en-US" sz="1100" b="0" i="0" u="none" strike="noStrike" dirty="0">
                          <a:solidFill>
                            <a:srgbClr val="000000"/>
                          </a:solidFill>
                          <a:latin typeface="Calibri" panose="020F0502020204030204"/>
                        </a:rPr>
                        <a:t> </a:t>
                      </a:r>
                      <a:endParaRPr lang="en-US" sz="1100" b="0" i="0" u="none" strike="noStrike" dirty="0">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r>
            </a:tbl>
          </a:graphicData>
        </a:graphic>
      </p:graphicFrame>
      <p:graphicFrame>
        <p:nvGraphicFramePr>
          <p:cNvPr id="21" name="Table 20"/>
          <p:cNvGraphicFramePr>
            <a:graphicFrameLocks noGrp="1"/>
          </p:cNvGraphicFramePr>
          <p:nvPr/>
        </p:nvGraphicFramePr>
        <p:xfrm>
          <a:off x="1665767" y="6081829"/>
          <a:ext cx="5507667" cy="304800"/>
        </p:xfrm>
        <a:graphic>
          <a:graphicData uri="http://schemas.openxmlformats.org/drawingml/2006/table">
            <a:tbl>
              <a:tblPr/>
              <a:tblGrid>
                <a:gridCol w="611963"/>
                <a:gridCol w="611963"/>
                <a:gridCol w="611963"/>
                <a:gridCol w="611963"/>
                <a:gridCol w="611963"/>
                <a:gridCol w="611963"/>
                <a:gridCol w="611963"/>
                <a:gridCol w="611963"/>
                <a:gridCol w="611963"/>
              </a:tblGrid>
              <a:tr h="304800">
                <a:tc>
                  <a:txBody>
                    <a:bodyPr/>
                    <a:lstStyle/>
                    <a:p>
                      <a:pPr algn="l" fontAlgn="b"/>
                      <a:r>
                        <a:rPr lang="en-US" sz="1100" b="0" i="0" u="none" strike="noStrike" dirty="0">
                          <a:solidFill>
                            <a:srgbClr val="000000"/>
                          </a:solidFill>
                          <a:latin typeface="Calibri" panose="020F0502020204030204"/>
                        </a:rPr>
                        <a:t> </a:t>
                      </a:r>
                      <a:endParaRPr lang="en-US" sz="1100" b="0" i="0" u="none" strike="noStrike" dirty="0">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l" fontAlgn="b"/>
                      <a:r>
                        <a:rPr lang="en-US" sz="1100" b="0" i="0" u="none" strike="noStrike">
                          <a:solidFill>
                            <a:srgbClr val="000000"/>
                          </a:solidFill>
                          <a:latin typeface="Calibri" panose="020F0502020204030204"/>
                        </a:rPr>
                        <a:t> </a:t>
                      </a:r>
                      <a:endParaRPr lang="en-US" sz="1100" b="0" i="0" u="none" strike="noStrike">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l" fontAlgn="b"/>
                      <a:r>
                        <a:rPr lang="en-US" sz="1100" b="0" i="0" u="none" strike="noStrike">
                          <a:solidFill>
                            <a:srgbClr val="000000"/>
                          </a:solidFill>
                          <a:latin typeface="Calibri" panose="020F0502020204030204"/>
                        </a:rPr>
                        <a:t> </a:t>
                      </a:r>
                      <a:endParaRPr lang="en-US" sz="1100" b="0" i="0" u="none" strike="noStrike">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l" fontAlgn="b"/>
                      <a:r>
                        <a:rPr lang="en-US" sz="1100" b="0" i="0" u="none" strike="noStrike">
                          <a:solidFill>
                            <a:srgbClr val="000000"/>
                          </a:solidFill>
                          <a:latin typeface="Calibri" panose="020F0502020204030204"/>
                        </a:rPr>
                        <a:t> </a:t>
                      </a:r>
                      <a:endParaRPr lang="en-US" sz="1100" b="0" i="0" u="none" strike="noStrike">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l" fontAlgn="b"/>
                      <a:r>
                        <a:rPr lang="en-US" sz="1100" b="0" i="0" u="none" strike="noStrike">
                          <a:solidFill>
                            <a:srgbClr val="000000"/>
                          </a:solidFill>
                          <a:latin typeface="Calibri" panose="020F0502020204030204"/>
                        </a:rPr>
                        <a:t> </a:t>
                      </a:r>
                      <a:endParaRPr lang="en-US" sz="1100" b="0" i="0" u="none" strike="noStrike">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r>
                        <a:rPr lang="en-US" sz="1100" b="0" i="0" u="none" strike="noStrike">
                          <a:solidFill>
                            <a:srgbClr val="000000"/>
                          </a:solidFill>
                          <a:latin typeface="Calibri" panose="020F0502020204030204"/>
                        </a:rPr>
                        <a:t> </a:t>
                      </a:r>
                      <a:endParaRPr lang="en-US" sz="1100" b="0" i="0" u="none" strike="noStrike">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r>
                        <a:rPr lang="en-US" sz="1100" b="0" i="0" u="none" strike="noStrike" dirty="0">
                          <a:solidFill>
                            <a:srgbClr val="000000"/>
                          </a:solidFill>
                          <a:latin typeface="Calibri" panose="020F0502020204030204"/>
                        </a:rPr>
                        <a:t> </a:t>
                      </a:r>
                      <a:endParaRPr lang="en-US" sz="1100" b="0" i="0" u="none" strike="noStrike" dirty="0">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r>
                        <a:rPr lang="en-US" sz="1100" b="0" i="0" u="none" strike="noStrike">
                          <a:solidFill>
                            <a:srgbClr val="000000"/>
                          </a:solidFill>
                          <a:latin typeface="Calibri" panose="020F0502020204030204"/>
                        </a:rPr>
                        <a:t> </a:t>
                      </a:r>
                      <a:endParaRPr lang="en-US" sz="1100" b="0" i="0" u="none" strike="noStrike">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r>
                        <a:rPr lang="en-US" sz="1100" b="0" i="0" u="none" strike="noStrike" dirty="0">
                          <a:solidFill>
                            <a:srgbClr val="000000"/>
                          </a:solidFill>
                          <a:latin typeface="Calibri" panose="020F0502020204030204"/>
                        </a:rPr>
                        <a:t> </a:t>
                      </a:r>
                      <a:endParaRPr lang="en-US" sz="1100" b="0" i="0" u="none" strike="noStrike" dirty="0">
                        <a:solidFill>
                          <a:srgbClr val="000000"/>
                        </a:solidFill>
                        <a:latin typeface="Calibri" panose="020F0502020204030204"/>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r>
            </a:tbl>
          </a:graphicData>
        </a:graphic>
      </p:graphicFrame>
      <p:sp>
        <p:nvSpPr>
          <p:cNvPr id="24" name="TextBox 23"/>
          <p:cNvSpPr txBox="1"/>
          <p:nvPr/>
        </p:nvSpPr>
        <p:spPr>
          <a:xfrm>
            <a:off x="4702011" y="5648322"/>
            <a:ext cx="1226619" cy="261610"/>
          </a:xfrm>
          <a:prstGeom prst="rect">
            <a:avLst/>
          </a:prstGeom>
          <a:noFill/>
        </p:spPr>
        <p:txBody>
          <a:bodyPr wrap="none" rtlCol="0">
            <a:spAutoFit/>
          </a:bodyPr>
          <a:lstStyle/>
          <a:p>
            <a:pPr algn="ctr"/>
            <a:r>
              <a:rPr lang="en-US" sz="1100" dirty="0" smtClean="0">
                <a:latin typeface="Cambria" panose="02040503050406030204" pitchFamily="18" charset="0"/>
              </a:rPr>
              <a:t>After compaction</a:t>
            </a:r>
            <a:endParaRPr lang="en-US" sz="1100" dirty="0" smtClean="0">
              <a:latin typeface="Cambria" panose="02040503050406030204" pitchFamily="18" charset="0"/>
            </a:endParaRPr>
          </a:p>
        </p:txBody>
      </p:sp>
      <p:sp>
        <p:nvSpPr>
          <p:cNvPr id="25" name="Down Arrow 24"/>
          <p:cNvSpPr/>
          <p:nvPr/>
        </p:nvSpPr>
        <p:spPr>
          <a:xfrm>
            <a:off x="4114800" y="5638800"/>
            <a:ext cx="484632"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www.entranceforms.com/libs/img/logos/kiit0712.logo.jpg"/>
          <p:cNvPicPr>
            <a:picLocks noChangeAspect="1" noChangeArrowheads="1"/>
          </p:cNvPicPr>
          <p:nvPr/>
        </p:nvPicPr>
        <p:blipFill>
          <a:blip r:embed="rId1" cstate="print"/>
          <a:srcRect l="7585" b="3870"/>
          <a:stretch>
            <a:fillRect/>
          </a:stretch>
        </p:blipFill>
        <p:spPr bwMode="auto">
          <a:xfrm>
            <a:off x="8153403" y="533400"/>
            <a:ext cx="928396" cy="685800"/>
          </a:xfrm>
          <a:prstGeom prst="rect">
            <a:avLst/>
          </a:prstGeom>
          <a:noFill/>
        </p:spPr>
      </p:pic>
      <p:sp>
        <p:nvSpPr>
          <p:cNvPr id="5" name="Footer Placeholder 3"/>
          <p:cNvSpPr>
            <a:spLocks noGrp="1"/>
          </p:cNvSpPr>
          <p:nvPr>
            <p:ph type="ftr" sz="quarter" idx="11"/>
          </p:nvPr>
        </p:nvSpPr>
        <p:spPr bwMode="auto">
          <a:xfrm>
            <a:off x="609600" y="6506310"/>
            <a:ext cx="8115300" cy="316523"/>
          </a:xfrm>
          <a:solidFill>
            <a:srgbClr val="008000"/>
          </a:solidFill>
          <a:ln>
            <a:solidFill>
              <a:srgbClr val="00B050"/>
            </a:solidFill>
            <a:miter lim="800000"/>
          </a:ln>
        </p:spPr>
        <p:txBody>
          <a:bodyPr wrap="square" lIns="91258" tIns="45628" rIns="91258" bIns="45628" numCol="1" anchorCtr="0" compatLnSpc="1"/>
          <a:lstStyle/>
          <a:p>
            <a:pPr algn="ctr"/>
            <a:r>
              <a:rPr lang="en-US" sz="2200" b="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a:t>School of Computer Engineering</a:t>
            </a:r>
            <a:endParaRPr lang="en-US" sz="1900" dirty="0">
              <a:solidFill>
                <a:schemeClr val="bg1"/>
              </a:solidFill>
              <a:latin typeface="Cambria Math" panose="02040503050406030204" pitchFamily="18" charset="0"/>
              <a:ea typeface="Cambria Math" panose="02040503050406030204" pitchFamily="18" charset="0"/>
            </a:endParaRPr>
          </a:p>
        </p:txBody>
      </p:sp>
      <p:sp>
        <p:nvSpPr>
          <p:cNvPr id="7" name="TextBox 6"/>
          <p:cNvSpPr txBox="1"/>
          <p:nvPr/>
        </p:nvSpPr>
        <p:spPr>
          <a:xfrm>
            <a:off x="67336" y="1470835"/>
            <a:ext cx="8924264" cy="4893647"/>
          </a:xfrm>
          <a:prstGeom prst="rect">
            <a:avLst/>
          </a:prstGeom>
          <a:noFill/>
          <a:ln>
            <a:noFill/>
            <a:prstDash val="sysDash"/>
          </a:ln>
        </p:spPr>
        <p:txBody>
          <a:bodyPr wrap="square" rtlCol="0">
            <a:spAutoFit/>
          </a:bodyPr>
          <a:lstStyle/>
          <a:p>
            <a:pPr marL="339725" indent="-339725" algn="just">
              <a:lnSpc>
                <a:spcPct val="120000"/>
              </a:lnSpc>
              <a:buClr>
                <a:srgbClr val="C00000"/>
              </a:buClr>
              <a:buSzPct val="80000"/>
            </a:pPr>
            <a:r>
              <a:rPr lang="en-US" sz="2000" b="1" dirty="0" smtClean="0">
                <a:latin typeface="Cambria" panose="02040503050406030204" pitchFamily="18" charset="0"/>
              </a:rPr>
              <a:t>Advantages:</a:t>
            </a:r>
            <a:endParaRPr lang="en-US" sz="2000" b="1"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Reduces external fragmentation.</a:t>
            </a:r>
            <a:endParaRPr lang="en-US" sz="2000"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Make memory usage efficient.</a:t>
            </a:r>
            <a:endParaRPr lang="en-US" sz="2000"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Memory becomes contiguous.</a:t>
            </a:r>
            <a:endParaRPr lang="en-US" sz="2000"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Since memory becomes contiguous more processes can be loaded to memory, thereby increasing scalability of OS.</a:t>
            </a:r>
            <a:endParaRPr lang="en-US" sz="2000"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Fragmentation of file system can be temporarily removed by compaction.</a:t>
            </a:r>
            <a:endParaRPr lang="en-US" sz="2000"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Improves memory utilization as their is less gap between memory blocks.</a:t>
            </a:r>
            <a:endParaRPr lang="en-US" sz="2000" dirty="0" smtClean="0">
              <a:latin typeface="Cambria" panose="02040503050406030204" pitchFamily="18" charset="0"/>
            </a:endParaRPr>
          </a:p>
          <a:p>
            <a:pPr marL="339725" indent="-339725" algn="just">
              <a:lnSpc>
                <a:spcPct val="120000"/>
              </a:lnSpc>
              <a:buClr>
                <a:srgbClr val="C00000"/>
              </a:buClr>
              <a:buSzPct val="80000"/>
            </a:pPr>
            <a:r>
              <a:rPr lang="en-US" sz="2000" b="1" dirty="0" smtClean="0">
                <a:latin typeface="Cambria" panose="02040503050406030204" pitchFamily="18" charset="0"/>
              </a:rPr>
              <a:t>Disadvantages:</a:t>
            </a:r>
            <a:endParaRPr lang="en-US" sz="2000" b="1"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System efficiency reduces and latency is increased.</a:t>
            </a:r>
            <a:endParaRPr lang="en-US" sz="2000"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A huge amount of time is wasted in performing compaction.</a:t>
            </a:r>
            <a:endParaRPr lang="en-US" sz="2000"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CPU sits idle for a long time.</a:t>
            </a:r>
            <a:endParaRPr lang="en-US" sz="2000" dirty="0" smtClean="0">
              <a:latin typeface="Cambria" panose="02040503050406030204" pitchFamily="18" charset="0"/>
            </a:endParaRPr>
          </a:p>
          <a:p>
            <a:pPr marL="339725" indent="-339725" algn="just">
              <a:lnSpc>
                <a:spcPct val="120000"/>
              </a:lnSpc>
              <a:buClr>
                <a:srgbClr val="C00000"/>
              </a:buClr>
              <a:buSzPct val="80000"/>
              <a:buFont typeface="Wingdings" panose="05000000000000000000" pitchFamily="2" charset="2"/>
              <a:buChar char="q"/>
            </a:pPr>
            <a:r>
              <a:rPr lang="en-US" sz="2000" dirty="0" smtClean="0">
                <a:latin typeface="Cambria" panose="02040503050406030204" pitchFamily="18" charset="0"/>
              </a:rPr>
              <a:t>Not always easy to perform it.</a:t>
            </a:r>
            <a:endParaRPr lang="en-US" sz="2000" dirty="0" smtClean="0">
              <a:latin typeface="Cambria" panose="02040503050406030204" pitchFamily="18" charset="0"/>
            </a:endParaRPr>
          </a:p>
        </p:txBody>
      </p:sp>
      <p:sp>
        <p:nvSpPr>
          <p:cNvPr id="9" name="Slide Number Placeholder 8"/>
          <p:cNvSpPr>
            <a:spLocks noGrp="1"/>
          </p:cNvSpPr>
          <p:nvPr>
            <p:ph type="sldNum" sz="quarter" idx="12"/>
          </p:nvPr>
        </p:nvSpPr>
        <p:spPr/>
        <p:txBody>
          <a:bodyPr>
            <a:normAutofit fontScale="85000" lnSpcReduction="20000"/>
          </a:bodyPr>
          <a:lstStyle/>
          <a:p>
            <a:pPr>
              <a:defRPr/>
            </a:pPr>
            <a:fld id="{F22323B9-1D87-4D56-A1A0-9DA960EA2996}" type="slidenum">
              <a:rPr lang="en-US" smtClean="0"/>
            </a:fld>
            <a:endParaRPr lang="en-US" dirty="0"/>
          </a:p>
        </p:txBody>
      </p:sp>
      <p:sp>
        <p:nvSpPr>
          <p:cNvPr id="10" name="Title 1"/>
          <p:cNvSpPr>
            <a:spLocks noGrp="1"/>
          </p:cNvSpPr>
          <p:nvPr>
            <p:ph type="title"/>
          </p:nvPr>
        </p:nvSpPr>
        <p:spPr>
          <a:xfrm>
            <a:off x="-25413" y="228600"/>
            <a:ext cx="8153400" cy="990600"/>
          </a:xfrm>
        </p:spPr>
        <p:txBody>
          <a:bodyPr/>
          <a:lstStyle/>
          <a:p>
            <a:r>
              <a:rPr lang="en-US" sz="3600" b="1" dirty="0" smtClean="0">
                <a:solidFill>
                  <a:schemeClr val="tx1"/>
                </a:solidFill>
                <a:latin typeface="Cambria" panose="02040503050406030204" pitchFamily="18" charset="0"/>
              </a:rPr>
              <a:t>Compaction cont…</a:t>
            </a:r>
            <a:endParaRPr lang="en-US" sz="3600" b="1" dirty="0" smtClean="0">
              <a:solidFill>
                <a:schemeClr val="tx1"/>
              </a:solidFill>
              <a:latin typeface="Cambria" panose="020405030504060302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3"/>
          <p:cNvSpPr>
            <a:spLocks noGrp="1"/>
          </p:cNvSpPr>
          <p:nvPr>
            <p:ph type="ftr" sz="quarter" idx="11"/>
          </p:nvPr>
        </p:nvSpPr>
        <p:spPr bwMode="auto">
          <a:xfrm>
            <a:off x="609600" y="6506310"/>
            <a:ext cx="8115300" cy="316523"/>
          </a:xfrm>
          <a:solidFill>
            <a:srgbClr val="008000"/>
          </a:solidFill>
          <a:ln>
            <a:solidFill>
              <a:srgbClr val="00B050"/>
            </a:solidFill>
            <a:miter lim="800000"/>
          </a:ln>
        </p:spPr>
        <p:txBody>
          <a:bodyPr wrap="square" lIns="91258" tIns="45628" rIns="91258" bIns="45628" numCol="1" anchorCtr="0" compatLnSpc="1"/>
          <a:lstStyle/>
          <a:p>
            <a:pPr algn="ctr"/>
            <a:r>
              <a:rPr lang="en-US" sz="2200" b="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a:t>School of Computer Engineering</a:t>
            </a:r>
            <a:endParaRPr lang="en-US" sz="1900" dirty="0">
              <a:solidFill>
                <a:schemeClr val="bg1"/>
              </a:solidFill>
              <a:latin typeface="Cambria Math" panose="02040503050406030204" pitchFamily="18" charset="0"/>
              <a:ea typeface="Cambria Math" panose="02040503050406030204" pitchFamily="18" charset="0"/>
            </a:endParaRPr>
          </a:p>
        </p:txBody>
      </p:sp>
      <p:pic>
        <p:nvPicPr>
          <p:cNvPr id="4" name="Picture 2" descr="http://www.entranceforms.com/libs/img/logos/kiit0712.logo.jpg"/>
          <p:cNvPicPr>
            <a:picLocks noChangeAspect="1" noChangeArrowheads="1"/>
          </p:cNvPicPr>
          <p:nvPr/>
        </p:nvPicPr>
        <p:blipFill>
          <a:blip r:embed="rId1" cstate="print"/>
          <a:srcRect l="7585" b="3870"/>
          <a:stretch>
            <a:fillRect/>
          </a:stretch>
        </p:blipFill>
        <p:spPr bwMode="auto">
          <a:xfrm>
            <a:off x="8153403" y="533400"/>
            <a:ext cx="928396" cy="685800"/>
          </a:xfrm>
          <a:prstGeom prst="rect">
            <a:avLst/>
          </a:prstGeom>
          <a:noFill/>
        </p:spPr>
      </p:pic>
      <p:sp>
        <p:nvSpPr>
          <p:cNvPr id="5" name="Slide Number Placeholder 4"/>
          <p:cNvSpPr>
            <a:spLocks noGrp="1"/>
          </p:cNvSpPr>
          <p:nvPr>
            <p:ph type="sldNum" sz="quarter" idx="12"/>
          </p:nvPr>
        </p:nvSpPr>
        <p:spPr/>
        <p:txBody>
          <a:bodyPr>
            <a:normAutofit fontScale="85000" lnSpcReduction="20000"/>
          </a:bodyPr>
          <a:lstStyle/>
          <a:p>
            <a:pPr>
              <a:defRPr/>
            </a:pPr>
            <a:fld id="{F22323B9-1D87-4D56-A1A0-9DA960EA2996}" type="slidenum">
              <a:rPr lang="en-US" smtClean="0"/>
            </a:fld>
            <a:endParaRPr lang="en-US" dirty="0"/>
          </a:p>
        </p:txBody>
      </p:sp>
      <p:pic>
        <p:nvPicPr>
          <p:cNvPr id="6" name="Picture 6" descr="Image result for Thanks"/>
          <p:cNvPicPr>
            <a:picLocks noChangeAspect="1" noChangeArrowheads="1"/>
          </p:cNvPicPr>
          <p:nvPr/>
        </p:nvPicPr>
        <p:blipFill>
          <a:blip r:embed="rId2"/>
          <a:srcRect/>
          <a:stretch>
            <a:fillRect/>
          </a:stretch>
        </p:blipFill>
        <p:spPr bwMode="auto">
          <a:xfrm>
            <a:off x="3124200" y="2590800"/>
            <a:ext cx="2838450" cy="1609726"/>
          </a:xfrm>
          <a:prstGeom prst="rect">
            <a:avLst/>
          </a:prstGeom>
          <a:noFill/>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themeOverride>
</file>

<file path=docProps/app.xml><?xml version="1.0" encoding="utf-8"?>
<Properties xmlns="http://schemas.openxmlformats.org/officeDocument/2006/extended-properties" xmlns:vt="http://schemas.openxmlformats.org/officeDocument/2006/docPropsVTypes">
  <Template>Median</Template>
  <TotalTime>0</TotalTime>
  <Words>4741</Words>
  <Application>WPS Presentation</Application>
  <PresentationFormat>On-screen Show (4:3)</PresentationFormat>
  <Paragraphs>185</Paragraphs>
  <Slides>9</Slides>
  <Notes>41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9</vt:i4>
      </vt:variant>
    </vt:vector>
  </HeadingPairs>
  <TitlesOfParts>
    <vt:vector size="24" baseType="lpstr">
      <vt:lpstr>Arial</vt:lpstr>
      <vt:lpstr>SimSun</vt:lpstr>
      <vt:lpstr>Wingdings</vt:lpstr>
      <vt:lpstr>Tw Cen MT</vt:lpstr>
      <vt:lpstr>Wingdings 2</vt:lpstr>
      <vt:lpstr>Wingdings</vt:lpstr>
      <vt:lpstr>Cambria</vt:lpstr>
      <vt:lpstr>Times New Roman</vt:lpstr>
      <vt:lpstr>Cambria Math</vt:lpstr>
      <vt:lpstr>Marlett</vt:lpstr>
      <vt:lpstr>Microsoft YaHei</vt:lpstr>
      <vt:lpstr>Arial Unicode MS</vt:lpstr>
      <vt:lpstr>Calibri</vt:lpstr>
      <vt:lpstr>Calibri</vt:lpstr>
      <vt:lpstr>Median</vt:lpstr>
      <vt:lpstr>PowerPoint 演示文稿</vt:lpstr>
      <vt:lpstr>Dynamic Storage Management</vt:lpstr>
      <vt:lpstr>Dynamic Storage Management cont…</vt:lpstr>
      <vt:lpstr>Dynamic Storage Management cont…</vt:lpstr>
      <vt:lpstr>Garbage Collection</vt:lpstr>
      <vt:lpstr>Garbage Collection cont…</vt:lpstr>
      <vt:lpstr>Compaction</vt:lpstr>
      <vt:lpstr>Compaction cont…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Administrator</dc:creator>
  <cp:lastModifiedBy>KIIT0001</cp:lastModifiedBy>
  <cp:revision>2595</cp:revision>
  <dcterms:created xsi:type="dcterms:W3CDTF">2006-08-16T00:00:00Z</dcterms:created>
  <dcterms:modified xsi:type="dcterms:W3CDTF">2023-10-06T04:03:32Z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BDFB61D8DBB44B7696C02836CA43BD0B_12</vt:lpwstr>
  </property>
  <property fmtid="{D5CDD505-2E9C-101B-9397-08002B2CF9AE}" pid="3" name="KSOProductBuildVer">
    <vt:lpwstr>1033-12.2.0.13215</vt:lpwstr>
  </property>
</Properties>
</file>